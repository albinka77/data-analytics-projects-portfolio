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4"/>
  </p:sldMasterIdLst>
  <p:notesMasterIdLst>
    <p:notesMasterId r:id="rId16"/>
  </p:notesMasterIdLst>
  <p:handoutMasterIdLst>
    <p:handoutMasterId r:id="rId17"/>
  </p:handoutMasterIdLst>
  <p:sldIdLst>
    <p:sldId id="256" r:id="rId5"/>
    <p:sldId id="257" r:id="rId6"/>
    <p:sldId id="266" r:id="rId7"/>
    <p:sldId id="267" r:id="rId8"/>
    <p:sldId id="268" r:id="rId9"/>
    <p:sldId id="269" r:id="rId10"/>
    <p:sldId id="270" r:id="rId11"/>
    <p:sldId id="273" r:id="rId12"/>
    <p:sldId id="271" r:id="rId13"/>
    <p:sldId id="272" r:id="rId14"/>
    <p:sldId id="259" r:id="rId15"/>
  </p:sldIdLst>
  <p:sldSz cx="12192000" cy="6858000"/>
  <p:notesSz cx="6858000" cy="9144000"/>
  <p:custDataLst>
    <p:tags r:id="rId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bin K A" initials="AK" lastIdx="1" clrIdx="0">
    <p:extLst>
      <p:ext uri="{19B8F6BF-5375-455C-9EA6-DF929625EA0E}">
        <p15:presenceInfo xmlns:p15="http://schemas.microsoft.com/office/powerpoint/2012/main" userId="be7f69f361d11c7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95" d="100"/>
          <a:sy n="95" d="100"/>
        </p:scale>
        <p:origin x="206" y="72"/>
      </p:cViewPr>
      <p:guideLst/>
    </p:cSldViewPr>
  </p:slideViewPr>
  <p:notesTextViewPr>
    <p:cViewPr>
      <p:scale>
        <a:sx n="1" d="1"/>
        <a:sy n="1" d="1"/>
      </p:scale>
      <p:origin x="0" y="0"/>
    </p:cViewPr>
  </p:notesText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19E3C7-1315-1DB5-44DC-946942FF65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DA043F5-6732-6A8A-2B85-B396F9605DB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87C88B-56D8-4D9B-A39B-5B223B5A0F50}" type="datetimeFigureOut">
              <a:rPr lang="en-US" smtClean="0"/>
              <a:t>29-Apr-25</a:t>
            </a:fld>
            <a:endParaRPr lang="en-US"/>
          </a:p>
        </p:txBody>
      </p:sp>
      <p:sp>
        <p:nvSpPr>
          <p:cNvPr id="4" name="Footer Placeholder 3">
            <a:extLst>
              <a:ext uri="{FF2B5EF4-FFF2-40B4-BE49-F238E27FC236}">
                <a16:creationId xmlns:a16="http://schemas.microsoft.com/office/drawing/2014/main" id="{026BA8F6-C163-83CA-138C-7E240671B08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C3E5C97-6AA4-3789-94F8-F8EA9C1258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ECD947-F63A-48AF-AFA6-D4A401007D82}" type="slidenum">
              <a:rPr lang="en-US" smtClean="0"/>
              <a:t>‹#›</a:t>
            </a:fld>
            <a:endParaRPr lang="en-US"/>
          </a:p>
        </p:txBody>
      </p:sp>
    </p:spTree>
    <p:extLst>
      <p:ext uri="{BB962C8B-B14F-4D97-AF65-F5344CB8AC3E}">
        <p14:creationId xmlns:p14="http://schemas.microsoft.com/office/powerpoint/2010/main" val="2267055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FD15A4-9BF5-4F3D-89F4-E156AB66B957}" type="datetimeFigureOut">
              <a:rPr lang="en-US" smtClean="0"/>
              <a:t>29-Apr-25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0A4C2-35E3-41A3-9649-8DDC179DA971}" type="slidenum">
              <a:rPr lang="en-US" smtClean="0"/>
              <a:t>‹#›</a:t>
            </a:fld>
            <a:endParaRPr lang="en-US"/>
          </a:p>
        </p:txBody>
      </p:sp>
    </p:spTree>
    <p:extLst>
      <p:ext uri="{BB962C8B-B14F-4D97-AF65-F5344CB8AC3E}">
        <p14:creationId xmlns:p14="http://schemas.microsoft.com/office/powerpoint/2010/main" val="2863620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0A4C2-35E3-41A3-9649-8DDC179DA971}" type="slidenum">
              <a:rPr lang="en-US" smtClean="0"/>
              <a:t>1</a:t>
            </a:fld>
            <a:endParaRPr lang="en-US"/>
          </a:p>
        </p:txBody>
      </p:sp>
    </p:spTree>
    <p:extLst>
      <p:ext uri="{BB962C8B-B14F-4D97-AF65-F5344CB8AC3E}">
        <p14:creationId xmlns:p14="http://schemas.microsoft.com/office/powerpoint/2010/main" val="2930964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F10A4C2-35E3-41A3-9649-8DDC179DA971}" type="slidenum">
              <a:rPr lang="en-US" smtClean="0"/>
              <a:t>2</a:t>
            </a:fld>
            <a:endParaRPr lang="en-US"/>
          </a:p>
        </p:txBody>
      </p:sp>
    </p:spTree>
    <p:extLst>
      <p:ext uri="{BB962C8B-B14F-4D97-AF65-F5344CB8AC3E}">
        <p14:creationId xmlns:p14="http://schemas.microsoft.com/office/powerpoint/2010/main" val="1002847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3163B-2492-4FFB-CA8B-F0A7F497E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0BB8B-844F-4FC5-89D6-23283A0D7F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873E1-3AB3-8501-AFBD-07C4A575E9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16888CF-6FAE-C741-E7BE-5EFADB93A6EF}"/>
              </a:ext>
            </a:extLst>
          </p:cNvPr>
          <p:cNvSpPr>
            <a:spLocks noGrp="1"/>
          </p:cNvSpPr>
          <p:nvPr>
            <p:ph type="sldNum" sz="quarter" idx="5"/>
          </p:nvPr>
        </p:nvSpPr>
        <p:spPr/>
        <p:txBody>
          <a:bodyPr/>
          <a:lstStyle/>
          <a:p>
            <a:fld id="{2F10A4C2-35E3-41A3-9649-8DDC179DA971}" type="slidenum">
              <a:rPr lang="en-US" smtClean="0"/>
              <a:t>3</a:t>
            </a:fld>
            <a:endParaRPr lang="en-US"/>
          </a:p>
        </p:txBody>
      </p:sp>
    </p:spTree>
    <p:extLst>
      <p:ext uri="{BB962C8B-B14F-4D97-AF65-F5344CB8AC3E}">
        <p14:creationId xmlns:p14="http://schemas.microsoft.com/office/powerpoint/2010/main" val="990782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7811F-9B22-3FA8-B532-35C5AF57B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AC3D8-059B-A673-E727-7508667C1A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803EB-7717-8C90-9F0F-7841E2D28F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792798-31BF-B8F8-6C10-AF198F0714C9}"/>
              </a:ext>
            </a:extLst>
          </p:cNvPr>
          <p:cNvSpPr>
            <a:spLocks noGrp="1"/>
          </p:cNvSpPr>
          <p:nvPr>
            <p:ph type="sldNum" sz="quarter" idx="5"/>
          </p:nvPr>
        </p:nvSpPr>
        <p:spPr/>
        <p:txBody>
          <a:bodyPr/>
          <a:lstStyle/>
          <a:p>
            <a:fld id="{2F10A4C2-35E3-41A3-9649-8DDC179DA971}" type="slidenum">
              <a:rPr lang="en-US" smtClean="0"/>
              <a:t>4</a:t>
            </a:fld>
            <a:endParaRPr lang="en-US"/>
          </a:p>
        </p:txBody>
      </p:sp>
    </p:spTree>
    <p:extLst>
      <p:ext uri="{BB962C8B-B14F-4D97-AF65-F5344CB8AC3E}">
        <p14:creationId xmlns:p14="http://schemas.microsoft.com/office/powerpoint/2010/main" val="1626679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04D54-F172-2634-1D46-758281D9B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2E84C-13FA-1761-FB2C-109D2869D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73290B-B2AA-9C14-C8DB-BEA1E49B05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129AC5-CB9D-A3E5-CA35-728ED11F3BD8}"/>
              </a:ext>
            </a:extLst>
          </p:cNvPr>
          <p:cNvSpPr>
            <a:spLocks noGrp="1"/>
          </p:cNvSpPr>
          <p:nvPr>
            <p:ph type="sldNum" sz="quarter" idx="5"/>
          </p:nvPr>
        </p:nvSpPr>
        <p:spPr/>
        <p:txBody>
          <a:bodyPr/>
          <a:lstStyle/>
          <a:p>
            <a:fld id="{2F10A4C2-35E3-41A3-9649-8DDC179DA971}" type="slidenum">
              <a:rPr lang="en-US" smtClean="0"/>
              <a:t>5</a:t>
            </a:fld>
            <a:endParaRPr lang="en-US"/>
          </a:p>
        </p:txBody>
      </p:sp>
    </p:spTree>
    <p:extLst>
      <p:ext uri="{BB962C8B-B14F-4D97-AF65-F5344CB8AC3E}">
        <p14:creationId xmlns:p14="http://schemas.microsoft.com/office/powerpoint/2010/main" val="2884016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CF5E4-767D-434F-6071-FA6EAD3B2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7A9551-A266-9A03-9BEC-08AFEB953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80747-D1A8-7A43-4999-CA2525BE80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E88EF5-3642-1CB5-902B-C8BEF39756F0}"/>
              </a:ext>
            </a:extLst>
          </p:cNvPr>
          <p:cNvSpPr>
            <a:spLocks noGrp="1"/>
          </p:cNvSpPr>
          <p:nvPr>
            <p:ph type="sldNum" sz="quarter" idx="5"/>
          </p:nvPr>
        </p:nvSpPr>
        <p:spPr/>
        <p:txBody>
          <a:bodyPr/>
          <a:lstStyle/>
          <a:p>
            <a:fld id="{2F10A4C2-35E3-41A3-9649-8DDC179DA971}" type="slidenum">
              <a:rPr lang="en-US" smtClean="0"/>
              <a:t>6</a:t>
            </a:fld>
            <a:endParaRPr lang="en-US"/>
          </a:p>
        </p:txBody>
      </p:sp>
    </p:spTree>
    <p:extLst>
      <p:ext uri="{BB962C8B-B14F-4D97-AF65-F5344CB8AC3E}">
        <p14:creationId xmlns:p14="http://schemas.microsoft.com/office/powerpoint/2010/main" val="772692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6C4EF-B0E4-A599-61BF-7FD2FB170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A2A8E-8AF7-2DC7-C426-647661329B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87B4C-B2F2-73D2-98CA-FB0E730D2D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E9F32-250C-0326-035F-2C9D09836794}"/>
              </a:ext>
            </a:extLst>
          </p:cNvPr>
          <p:cNvSpPr>
            <a:spLocks noGrp="1"/>
          </p:cNvSpPr>
          <p:nvPr>
            <p:ph type="sldNum" sz="quarter" idx="5"/>
          </p:nvPr>
        </p:nvSpPr>
        <p:spPr/>
        <p:txBody>
          <a:bodyPr/>
          <a:lstStyle/>
          <a:p>
            <a:fld id="{2F10A4C2-35E3-41A3-9649-8DDC179DA971}" type="slidenum">
              <a:rPr lang="en-US" smtClean="0"/>
              <a:t>7</a:t>
            </a:fld>
            <a:endParaRPr lang="en-US"/>
          </a:p>
        </p:txBody>
      </p:sp>
    </p:spTree>
    <p:extLst>
      <p:ext uri="{BB962C8B-B14F-4D97-AF65-F5344CB8AC3E}">
        <p14:creationId xmlns:p14="http://schemas.microsoft.com/office/powerpoint/2010/main" val="1749174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548A7-6581-7F40-6AF0-814C41C6E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CAE2D-8C98-E67C-9E9C-0E0EA89BC0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020A5-E62D-6388-A5DE-4AA062487B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DDD81C-B53A-C8F6-8C47-83FFA2FD540C}"/>
              </a:ext>
            </a:extLst>
          </p:cNvPr>
          <p:cNvSpPr>
            <a:spLocks noGrp="1"/>
          </p:cNvSpPr>
          <p:nvPr>
            <p:ph type="sldNum" sz="quarter" idx="5"/>
          </p:nvPr>
        </p:nvSpPr>
        <p:spPr/>
        <p:txBody>
          <a:bodyPr/>
          <a:lstStyle/>
          <a:p>
            <a:fld id="{2F10A4C2-35E3-41A3-9649-8DDC179DA971}" type="slidenum">
              <a:rPr lang="en-US" smtClean="0"/>
              <a:t>8</a:t>
            </a:fld>
            <a:endParaRPr lang="en-US"/>
          </a:p>
        </p:txBody>
      </p:sp>
    </p:spTree>
    <p:extLst>
      <p:ext uri="{BB962C8B-B14F-4D97-AF65-F5344CB8AC3E}">
        <p14:creationId xmlns:p14="http://schemas.microsoft.com/office/powerpoint/2010/main" val="59487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060C5-49A5-EF0A-824E-88410A725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FB995-136F-DC18-F835-4A291BF87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D15039-5FC4-2109-9877-A005D9778B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CDC63A-5376-1124-0058-EB4B4C4DA9F0}"/>
              </a:ext>
            </a:extLst>
          </p:cNvPr>
          <p:cNvSpPr>
            <a:spLocks noGrp="1"/>
          </p:cNvSpPr>
          <p:nvPr>
            <p:ph type="sldNum" sz="quarter" idx="5"/>
          </p:nvPr>
        </p:nvSpPr>
        <p:spPr/>
        <p:txBody>
          <a:bodyPr/>
          <a:lstStyle/>
          <a:p>
            <a:fld id="{2F10A4C2-35E3-41A3-9649-8DDC179DA971}" type="slidenum">
              <a:rPr lang="en-US" smtClean="0"/>
              <a:t>9</a:t>
            </a:fld>
            <a:endParaRPr lang="en-US"/>
          </a:p>
        </p:txBody>
      </p:sp>
    </p:spTree>
    <p:extLst>
      <p:ext uri="{BB962C8B-B14F-4D97-AF65-F5344CB8AC3E}">
        <p14:creationId xmlns:p14="http://schemas.microsoft.com/office/powerpoint/2010/main" val="693920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67DF9-D2CD-0D51-3423-4D931792C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CF6BF-5A1F-EB75-BA8F-956EE2653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C7DF4-8E8F-8B2A-C0ED-C8D5868EBD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7B495B-BD7B-B428-9F57-40DC6C891F2E}"/>
              </a:ext>
            </a:extLst>
          </p:cNvPr>
          <p:cNvSpPr>
            <a:spLocks noGrp="1"/>
          </p:cNvSpPr>
          <p:nvPr>
            <p:ph type="sldNum" sz="quarter" idx="5"/>
          </p:nvPr>
        </p:nvSpPr>
        <p:spPr/>
        <p:txBody>
          <a:bodyPr/>
          <a:lstStyle/>
          <a:p>
            <a:fld id="{2F10A4C2-35E3-41A3-9649-8DDC179DA971}" type="slidenum">
              <a:rPr lang="en-US" smtClean="0"/>
              <a:t>10</a:t>
            </a:fld>
            <a:endParaRPr lang="en-US"/>
          </a:p>
        </p:txBody>
      </p:sp>
    </p:spTree>
    <p:extLst>
      <p:ext uri="{BB962C8B-B14F-4D97-AF65-F5344CB8AC3E}">
        <p14:creationId xmlns:p14="http://schemas.microsoft.com/office/powerpoint/2010/main" val="924297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F10A4C2-35E3-41A3-9649-8DDC179DA971}" type="slidenum">
              <a:rPr lang="en-US" smtClean="0"/>
              <a:t>11</a:t>
            </a:fld>
            <a:endParaRPr lang="en-US"/>
          </a:p>
        </p:txBody>
      </p:sp>
    </p:spTree>
    <p:extLst>
      <p:ext uri="{BB962C8B-B14F-4D97-AF65-F5344CB8AC3E}">
        <p14:creationId xmlns:p14="http://schemas.microsoft.com/office/powerpoint/2010/main" val="38774643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F7AFFB9B-9FB8-469E-96F9-4D32314110B6}" type="datetimeFigureOut">
              <a:rPr lang="en-US" dirty="0"/>
              <a:t>29-Apr-25</a:t>
            </a:fld>
            <a:endParaRPr lang="en-US" dirty="0"/>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dirty="0"/>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6D22F896-40B5-4ADD-8801-0D06FADFA095}" type="slidenum">
              <a:rPr lang="en-US" dirty="0"/>
              <a:pPr/>
              <a:t>‹#›</a:t>
            </a:fld>
            <a:endParaRPr lang="en-US" dirty="0"/>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grpSp>
        <p:nvGrpSpPr>
          <p:cNvPr id="8" name="Group 7">
            <a:extLst>
              <a:ext uri="{FF2B5EF4-FFF2-40B4-BE49-F238E27FC236}">
                <a16:creationId xmlns:a16="http://schemas.microsoft.com/office/drawing/2014/main" id="{5AB3B8C5-CB2D-C368-55A0-FB02A31D106E}"/>
              </a:ext>
              <a:ext uri="{C183D7F6-B498-43B3-948B-1728B52AA6E4}">
                <adec:decorative xmlns:adec="http://schemas.microsoft.com/office/drawing/2017/decorative" val="1"/>
              </a:ext>
            </a:extLst>
          </p:cNvPr>
          <p:cNvGrpSpPr/>
          <p:nvPr userDrawn="1"/>
        </p:nvGrpSpPr>
        <p:grpSpPr>
          <a:xfrm>
            <a:off x="2982913" y="-574675"/>
            <a:ext cx="6216650" cy="1935163"/>
            <a:chOff x="2982913" y="-574675"/>
            <a:chExt cx="6216650" cy="1935163"/>
          </a:xfrm>
        </p:grpSpPr>
        <p:sp>
          <p:nvSpPr>
            <p:cNvPr id="9" name="Shape 12">
              <a:extLst>
                <a:ext uri="{FF2B5EF4-FFF2-40B4-BE49-F238E27FC236}">
                  <a16:creationId xmlns:a16="http://schemas.microsoft.com/office/drawing/2014/main" id="{90B5AA34-9A27-6FFB-D083-777DB9FF8B9E}"/>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0" name="Shape 17">
              <a:extLst>
                <a:ext uri="{FF2B5EF4-FFF2-40B4-BE49-F238E27FC236}">
                  <a16:creationId xmlns:a16="http://schemas.microsoft.com/office/drawing/2014/main" id="{DE0DEFF8-84AE-B3A5-425E-D8EE200668FC}"/>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1" name="Shape 15">
              <a:extLst>
                <a:ext uri="{FF2B5EF4-FFF2-40B4-BE49-F238E27FC236}">
                  <a16:creationId xmlns:a16="http://schemas.microsoft.com/office/drawing/2014/main" id="{698196DF-3890-6287-D008-D40ACC22975C}"/>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3" name="Shape 10">
              <a:extLst>
                <a:ext uri="{FF2B5EF4-FFF2-40B4-BE49-F238E27FC236}">
                  <a16:creationId xmlns:a16="http://schemas.microsoft.com/office/drawing/2014/main" id="{30E38B2D-771B-DD40-CF1B-090BDD5E73DE}"/>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6" name="Shape 13">
              <a:extLst>
                <a:ext uri="{FF2B5EF4-FFF2-40B4-BE49-F238E27FC236}">
                  <a16:creationId xmlns:a16="http://schemas.microsoft.com/office/drawing/2014/main" id="{34B0E683-EC90-7332-E732-A5D79714A0F8}"/>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grpSp>
      <p:pic>
        <p:nvPicPr>
          <p:cNvPr id="17" name="Picture 16" descr="PowerPoint logo">
            <a:extLst>
              <a:ext uri="{FF2B5EF4-FFF2-40B4-BE49-F238E27FC236}">
                <a16:creationId xmlns:a16="http://schemas.microsoft.com/office/drawing/2014/main" id="{5DB5D304-7CB3-4282-2353-926D1C5835C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invGray">
          <a:xfrm>
            <a:off x="376590" y="5776320"/>
            <a:ext cx="2474189" cy="822960"/>
          </a:xfrm>
          <a:prstGeom prst="rect">
            <a:avLst/>
          </a:prstGeom>
        </p:spPr>
      </p:pic>
    </p:spTree>
    <p:extLst>
      <p:ext uri="{BB962C8B-B14F-4D97-AF65-F5344CB8AC3E}">
        <p14:creationId xmlns:p14="http://schemas.microsoft.com/office/powerpoint/2010/main" val="2346332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882576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B45779-A330-4329-B18E-C4060289A791}" type="datetimeFigureOut">
              <a:rPr lang="en-US" smtClean="0"/>
              <a:t>29-Apr-25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2537C2E-C92C-4AC8-B017-4CD647E6EBF4}" type="slidenum">
              <a:rPr lang="en-US" smtClean="0"/>
              <a:t>‹#›</a:t>
            </a:fld>
            <a:endParaRPr lang="en-US" dirty="0"/>
          </a:p>
        </p:txBody>
      </p:sp>
    </p:spTree>
    <p:extLst>
      <p:ext uri="{BB962C8B-B14F-4D97-AF65-F5344CB8AC3E}">
        <p14:creationId xmlns:p14="http://schemas.microsoft.com/office/powerpoint/2010/main" val="3215794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3423453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2533404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649AC-CB8F-4FF1-9A34-5861C74DD0A7}" type="datetimeFigureOut">
              <a:rPr lang="en-US" dirty="0"/>
              <a:t>29-Apr-25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grpSp>
        <p:nvGrpSpPr>
          <p:cNvPr id="6" name="Group 5">
            <a:extLst>
              <a:ext uri="{FF2B5EF4-FFF2-40B4-BE49-F238E27FC236}">
                <a16:creationId xmlns:a16="http://schemas.microsoft.com/office/drawing/2014/main" id="{86C443B8-5CE9-3C95-6FB9-39FC94310693}"/>
              </a:ext>
              <a:ext uri="{C183D7F6-B498-43B3-948B-1728B52AA6E4}">
                <adec:decorative xmlns:adec="http://schemas.microsoft.com/office/drawing/2017/decorative" val="1"/>
              </a:ext>
            </a:extLst>
          </p:cNvPr>
          <p:cNvGrpSpPr/>
          <p:nvPr userDrawn="1"/>
        </p:nvGrpSpPr>
        <p:grpSpPr>
          <a:xfrm>
            <a:off x="2982913" y="-574675"/>
            <a:ext cx="6216650" cy="1935163"/>
            <a:chOff x="2982913" y="-574675"/>
            <a:chExt cx="6216650" cy="1935163"/>
          </a:xfrm>
        </p:grpSpPr>
        <p:sp>
          <p:nvSpPr>
            <p:cNvPr id="7" name="Shape 12">
              <a:extLst>
                <a:ext uri="{FF2B5EF4-FFF2-40B4-BE49-F238E27FC236}">
                  <a16:creationId xmlns:a16="http://schemas.microsoft.com/office/drawing/2014/main" id="{5705892A-C365-B645-985C-8BD2E4206118}"/>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8" name="Shape 17">
              <a:extLst>
                <a:ext uri="{FF2B5EF4-FFF2-40B4-BE49-F238E27FC236}">
                  <a16:creationId xmlns:a16="http://schemas.microsoft.com/office/drawing/2014/main" id="{36116C20-1014-DFE2-59ED-17BF7F2DFDB2}"/>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9" name="Shape 15">
              <a:extLst>
                <a:ext uri="{FF2B5EF4-FFF2-40B4-BE49-F238E27FC236}">
                  <a16:creationId xmlns:a16="http://schemas.microsoft.com/office/drawing/2014/main" id="{54ED4E0E-9FC6-D7D0-143B-E46A0E515580}"/>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0" name="Shape 10">
              <a:extLst>
                <a:ext uri="{FF2B5EF4-FFF2-40B4-BE49-F238E27FC236}">
                  <a16:creationId xmlns:a16="http://schemas.microsoft.com/office/drawing/2014/main" id="{1DC0C786-D9B9-A933-4B3A-52C9CC30194D}"/>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1" name="Shape 13">
              <a:extLst>
                <a:ext uri="{FF2B5EF4-FFF2-40B4-BE49-F238E27FC236}">
                  <a16:creationId xmlns:a16="http://schemas.microsoft.com/office/drawing/2014/main" id="{4BA5CEC4-A657-1936-6658-61F98786EDAE}"/>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grpSp>
      <p:grpSp>
        <p:nvGrpSpPr>
          <p:cNvPr id="12" name="Group 11">
            <a:extLst>
              <a:ext uri="{FF2B5EF4-FFF2-40B4-BE49-F238E27FC236}">
                <a16:creationId xmlns:a16="http://schemas.microsoft.com/office/drawing/2014/main" id="{B8F3F46B-1347-0F31-4A60-AF56701EE2C8}"/>
              </a:ext>
            </a:extLst>
          </p:cNvPr>
          <p:cNvGrpSpPr/>
          <p:nvPr userDrawn="1"/>
        </p:nvGrpSpPr>
        <p:grpSpPr>
          <a:xfrm>
            <a:off x="533563" y="1885850"/>
            <a:ext cx="211015" cy="4944470"/>
            <a:chOff x="533563" y="1885850"/>
            <a:chExt cx="211015" cy="4944470"/>
          </a:xfrm>
        </p:grpSpPr>
        <p:cxnSp>
          <p:nvCxnSpPr>
            <p:cNvPr id="13" name="Shape">
              <a:extLst>
                <a:ext uri="{FF2B5EF4-FFF2-40B4-BE49-F238E27FC236}">
                  <a16:creationId xmlns:a16="http://schemas.microsoft.com/office/drawing/2014/main" id="{1BDB042F-411D-3425-0C32-19EB33E13D48}"/>
                </a:ext>
              </a:extLst>
            </p:cNvPr>
            <p:cNvCxnSpPr>
              <a:cxnSpLocks/>
            </p:cNvCxnSpPr>
            <p:nvPr/>
          </p:nvCxnSpPr>
          <p:spPr>
            <a:xfrm>
              <a:off x="628962" y="1970320"/>
              <a:ext cx="0" cy="4860000"/>
            </a:xfrm>
            <a:prstGeom prst="line">
              <a:avLst/>
            </a:prstGeom>
            <a:ln w="28575">
              <a:solidFill>
                <a:srgbClr val="9F361D"/>
              </a:solidFill>
            </a:ln>
          </p:spPr>
          <p:style>
            <a:lnRef idx="1">
              <a:schemeClr val="accent1"/>
            </a:lnRef>
            <a:fillRef idx="0">
              <a:schemeClr val="accent1"/>
            </a:fillRef>
            <a:effectRef idx="0">
              <a:schemeClr val="accent1"/>
            </a:effectRef>
            <a:fontRef idx="minor">
              <a:schemeClr val="tx1"/>
            </a:fontRef>
          </p:style>
        </p:cxnSp>
        <p:sp>
          <p:nvSpPr>
            <p:cNvPr id="14" name="Oval 25">
              <a:extLst>
                <a:ext uri="{FF2B5EF4-FFF2-40B4-BE49-F238E27FC236}">
                  <a16:creationId xmlns:a16="http://schemas.microsoft.com/office/drawing/2014/main" id="{9C907673-97FF-0D13-1644-AD9104FA79A2}"/>
                </a:ext>
              </a:extLst>
            </p:cNvPr>
            <p:cNvSpPr/>
            <p:nvPr/>
          </p:nvSpPr>
          <p:spPr>
            <a:xfrm>
              <a:off x="533563" y="1885850"/>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grpSp>
    </p:spTree>
    <p:extLst>
      <p:ext uri="{BB962C8B-B14F-4D97-AF65-F5344CB8AC3E}">
        <p14:creationId xmlns:p14="http://schemas.microsoft.com/office/powerpoint/2010/main" val="227405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45779-A330-4329-B18E-C4060289A791}" type="datetimeFigureOut">
              <a:rPr lang="en-US" smtClean="0"/>
              <a:t>29-Apr-25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2537C2E-C92C-4AC8-B017-4CD647E6EBF4}" type="slidenum">
              <a:rPr lang="en-US" smtClean="0"/>
              <a:t>‹#›</a:t>
            </a:fld>
            <a:endParaRPr lang="en-US" dirty="0"/>
          </a:p>
        </p:txBody>
      </p:sp>
    </p:spTree>
    <p:extLst>
      <p:ext uri="{BB962C8B-B14F-4D97-AF65-F5344CB8AC3E}">
        <p14:creationId xmlns:p14="http://schemas.microsoft.com/office/powerpoint/2010/main" val="723210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252265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EF78E3-FDA3-4D28-AAA2-0B81F349A39D}" type="datetimeFigureOut">
              <a:rPr lang="en-US" dirty="0"/>
              <a:t>29-Apr-25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pic>
        <p:nvPicPr>
          <p:cNvPr id="8" name="Picture 7">
            <a:extLst>
              <a:ext uri="{FF2B5EF4-FFF2-40B4-BE49-F238E27FC236}">
                <a16:creationId xmlns:a16="http://schemas.microsoft.com/office/drawing/2014/main" id="{A2AFA915-0D8A-53DD-7FF0-9F3396D1157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206733" cy="6842789"/>
          </a:xfrm>
          <a:prstGeom prst="rect">
            <a:avLst/>
          </a:prstGeom>
        </p:spPr>
      </p:pic>
      <p:sp>
        <p:nvSpPr>
          <p:cNvPr id="9" name="Rectangle 8">
            <a:extLst>
              <a:ext uri="{FF2B5EF4-FFF2-40B4-BE49-F238E27FC236}">
                <a16:creationId xmlns:a16="http://schemas.microsoft.com/office/drawing/2014/main" id="{655C909B-A052-B793-D7BC-AE478824EB73}"/>
              </a:ext>
              <a:ext uri="{C183D7F6-B498-43B3-948B-1728B52AA6E4}">
                <adec:decorative xmlns:adec="http://schemas.microsoft.com/office/drawing/2017/decorative" val="1"/>
              </a:ext>
            </a:extLst>
          </p:cNvPr>
          <p:cNvSpPr/>
          <p:nvPr userDrawn="1"/>
        </p:nvSpPr>
        <p:spPr>
          <a:xfrm>
            <a:off x="0" y="0"/>
            <a:ext cx="12206733" cy="6858000"/>
          </a:xfrm>
          <a:prstGeom prst="rect">
            <a:avLst/>
          </a:prstGeom>
          <a:solidFill>
            <a:srgbClr val="000000">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dirty="0"/>
          </a:p>
        </p:txBody>
      </p:sp>
      <p:grpSp>
        <p:nvGrpSpPr>
          <p:cNvPr id="10" name="Group 9">
            <a:extLst>
              <a:ext uri="{FF2B5EF4-FFF2-40B4-BE49-F238E27FC236}">
                <a16:creationId xmlns:a16="http://schemas.microsoft.com/office/drawing/2014/main" id="{D1049CF3-A063-C7BD-F6F1-D05D1B333B1F}"/>
              </a:ext>
              <a:ext uri="{C183D7F6-B498-43B3-948B-1728B52AA6E4}">
                <adec:decorative xmlns:adec="http://schemas.microsoft.com/office/drawing/2017/decorative" val="1"/>
              </a:ext>
            </a:extLst>
          </p:cNvPr>
          <p:cNvGrpSpPr/>
          <p:nvPr userDrawn="1"/>
        </p:nvGrpSpPr>
        <p:grpSpPr>
          <a:xfrm>
            <a:off x="6664025" y="1843967"/>
            <a:ext cx="211015" cy="5006440"/>
            <a:chOff x="6664025" y="1843967"/>
            <a:chExt cx="211015" cy="5006440"/>
          </a:xfrm>
        </p:grpSpPr>
        <p:cxnSp>
          <p:nvCxnSpPr>
            <p:cNvPr id="11" name="Shape">
              <a:extLst>
                <a:ext uri="{FF2B5EF4-FFF2-40B4-BE49-F238E27FC236}">
                  <a16:creationId xmlns:a16="http://schemas.microsoft.com/office/drawing/2014/main" id="{3B570B58-CD7D-7D7E-6ED0-86243A627549}"/>
                </a:ext>
              </a:extLst>
            </p:cNvPr>
            <p:cNvCxnSpPr>
              <a:cxnSpLocks/>
            </p:cNvCxnSpPr>
            <p:nvPr/>
          </p:nvCxnSpPr>
          <p:spPr>
            <a:xfrm>
              <a:off x="6768172" y="2026407"/>
              <a:ext cx="777" cy="4824000"/>
            </a:xfrm>
            <a:prstGeom prst="line">
              <a:avLst/>
            </a:prstGeom>
            <a:ln w="28575">
              <a:solidFill>
                <a:srgbClr val="9F361D"/>
              </a:solidFill>
            </a:ln>
          </p:spPr>
          <p:style>
            <a:lnRef idx="1">
              <a:schemeClr val="accent1"/>
            </a:lnRef>
            <a:fillRef idx="0">
              <a:schemeClr val="accent1"/>
            </a:fillRef>
            <a:effectRef idx="0">
              <a:schemeClr val="accent1"/>
            </a:effectRef>
            <a:fontRef idx="minor">
              <a:schemeClr val="tx1"/>
            </a:fontRef>
          </p:style>
        </p:cxnSp>
        <p:sp>
          <p:nvSpPr>
            <p:cNvPr id="12" name="Shape 25">
              <a:extLst>
                <a:ext uri="{FF2B5EF4-FFF2-40B4-BE49-F238E27FC236}">
                  <a16:creationId xmlns:a16="http://schemas.microsoft.com/office/drawing/2014/main" id="{A7FD4F6F-6875-DAD7-735A-749DDDACF6E0}"/>
                </a:ext>
              </a:extLst>
            </p:cNvPr>
            <p:cNvSpPr/>
            <p:nvPr/>
          </p:nvSpPr>
          <p:spPr>
            <a:xfrm>
              <a:off x="6664025" y="1843967"/>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dirty="0"/>
            </a:p>
          </p:txBody>
        </p:sp>
      </p:grpSp>
      <p:grpSp>
        <p:nvGrpSpPr>
          <p:cNvPr id="13" name="Group 12">
            <a:extLst>
              <a:ext uri="{FF2B5EF4-FFF2-40B4-BE49-F238E27FC236}">
                <a16:creationId xmlns:a16="http://schemas.microsoft.com/office/drawing/2014/main" id="{E1C77827-40C6-9648-3F65-519ED3EE3A1C}"/>
              </a:ext>
              <a:ext uri="{C183D7F6-B498-43B3-948B-1728B52AA6E4}">
                <adec:decorative xmlns:adec="http://schemas.microsoft.com/office/drawing/2017/decorative" val="1"/>
              </a:ext>
            </a:extLst>
          </p:cNvPr>
          <p:cNvGrpSpPr/>
          <p:nvPr userDrawn="1"/>
        </p:nvGrpSpPr>
        <p:grpSpPr>
          <a:xfrm rot="16200000" flipH="1">
            <a:off x="-2723676" y="2451892"/>
            <a:ext cx="6216650" cy="1935163"/>
            <a:chOff x="2982913" y="-574675"/>
            <a:chExt cx="6216650" cy="1935163"/>
          </a:xfrm>
        </p:grpSpPr>
        <p:sp>
          <p:nvSpPr>
            <p:cNvPr id="14" name="Shape  12">
              <a:extLst>
                <a:ext uri="{FF2B5EF4-FFF2-40B4-BE49-F238E27FC236}">
                  <a16:creationId xmlns:a16="http://schemas.microsoft.com/office/drawing/2014/main" id="{A59929EF-0CCB-B05B-FB41-1DE3D89E120C}"/>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dirty="0"/>
            </a:p>
          </p:txBody>
        </p:sp>
        <p:sp>
          <p:nvSpPr>
            <p:cNvPr id="15" name="Shape 17">
              <a:extLst>
                <a:ext uri="{FF2B5EF4-FFF2-40B4-BE49-F238E27FC236}">
                  <a16:creationId xmlns:a16="http://schemas.microsoft.com/office/drawing/2014/main" id="{BEDB2E34-F88F-A498-8E07-167DFCCDB457}"/>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dirty="0"/>
            </a:p>
          </p:txBody>
        </p:sp>
        <p:sp>
          <p:nvSpPr>
            <p:cNvPr id="16" name="Shape 15">
              <a:extLst>
                <a:ext uri="{FF2B5EF4-FFF2-40B4-BE49-F238E27FC236}">
                  <a16:creationId xmlns:a16="http://schemas.microsoft.com/office/drawing/2014/main" id="{E6FEB8DD-3303-3273-DBC1-A53A3C95E773}"/>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dirty="0"/>
            </a:p>
          </p:txBody>
        </p:sp>
        <p:sp>
          <p:nvSpPr>
            <p:cNvPr id="17" name="Shape 10">
              <a:extLst>
                <a:ext uri="{FF2B5EF4-FFF2-40B4-BE49-F238E27FC236}">
                  <a16:creationId xmlns:a16="http://schemas.microsoft.com/office/drawing/2014/main" id="{A19C6C0E-3FE0-1FDA-BEB9-758014C860E4}"/>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dirty="0"/>
            </a:p>
          </p:txBody>
        </p:sp>
        <p:sp>
          <p:nvSpPr>
            <p:cNvPr id="18" name="Shape 13">
              <a:extLst>
                <a:ext uri="{FF2B5EF4-FFF2-40B4-BE49-F238E27FC236}">
                  <a16:creationId xmlns:a16="http://schemas.microsoft.com/office/drawing/2014/main" id="{F18BFEB3-BA93-D30E-7B3C-EAB948CF221E}"/>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dirty="0"/>
            </a:p>
          </p:txBody>
        </p:sp>
      </p:grpSp>
    </p:spTree>
    <p:extLst>
      <p:ext uri="{BB962C8B-B14F-4D97-AF65-F5344CB8AC3E}">
        <p14:creationId xmlns:p14="http://schemas.microsoft.com/office/powerpoint/2010/main" val="130391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635213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516875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2537C2E-C92C-4AC8-B017-4CD647E6EBF4}" type="slidenum">
              <a:rPr lang="en-US" smtClean="0"/>
              <a:pPr/>
              <a:t>‹#›</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20836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14501268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4160096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4142585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3942876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B45779-A330-4329-B18E-C4060289A791}" type="datetimeFigureOut">
              <a:rPr lang="en-US" smtClean="0"/>
              <a:pPr/>
              <a:t>29-Apr-25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15219210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ontent with Caption">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D6D913A-C186-4F8A-82A2-48D38C0610C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6335074" y="980189"/>
            <a:ext cx="6857999" cy="4897623"/>
          </a:xfrm>
          <a:prstGeom prst="rect">
            <a:avLst/>
          </a:prstGeom>
        </p:spPr>
      </p:pic>
      <p:sp>
        <p:nvSpPr>
          <p:cNvPr id="15" name="Rectangle 14">
            <a:extLst>
              <a:ext uri="{FF2B5EF4-FFF2-40B4-BE49-F238E27FC236}">
                <a16:creationId xmlns:a16="http://schemas.microsoft.com/office/drawing/2014/main" id="{EA497B4B-92CE-4375-9EFC-1FCED23B3755}"/>
              </a:ext>
              <a:ext uri="{C183D7F6-B498-43B3-948B-1728B52AA6E4}">
                <adec:decorative xmlns:adec="http://schemas.microsoft.com/office/drawing/2017/decorative" val="1"/>
              </a:ext>
            </a:extLst>
          </p:cNvPr>
          <p:cNvSpPr/>
          <p:nvPr userDrawn="1"/>
        </p:nvSpPr>
        <p:spPr>
          <a:xfrm>
            <a:off x="7308043" y="-7144"/>
            <a:ext cx="4883957" cy="6857998"/>
          </a:xfrm>
          <a:prstGeom prst="rect">
            <a:avLst/>
          </a:prstGeom>
          <a:solidFill>
            <a:srgbClr val="000000">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p>
        </p:txBody>
      </p:sp>
      <p:grpSp>
        <p:nvGrpSpPr>
          <p:cNvPr id="8" name="Group 7">
            <a:extLst>
              <a:ext uri="{FF2B5EF4-FFF2-40B4-BE49-F238E27FC236}">
                <a16:creationId xmlns:a16="http://schemas.microsoft.com/office/drawing/2014/main" id="{29F6BF0A-340E-4923-AF94-305730065DA2}"/>
              </a:ext>
              <a:ext uri="{C183D7F6-B498-43B3-948B-1728B52AA6E4}">
                <adec:decorative xmlns:adec="http://schemas.microsoft.com/office/drawing/2017/decorative" val="1"/>
              </a:ext>
            </a:extLst>
          </p:cNvPr>
          <p:cNvGrpSpPr/>
          <p:nvPr userDrawn="1"/>
        </p:nvGrpSpPr>
        <p:grpSpPr>
          <a:xfrm rot="16200000" flipH="1">
            <a:off x="-2712790" y="2451892"/>
            <a:ext cx="6216650" cy="1935163"/>
            <a:chOff x="2982913" y="-574675"/>
            <a:chExt cx="6216650" cy="1935163"/>
          </a:xfrm>
        </p:grpSpPr>
        <p:sp>
          <p:nvSpPr>
            <p:cNvPr id="9" name="Shape 2">
              <a:extLst>
                <a:ext uri="{FF2B5EF4-FFF2-40B4-BE49-F238E27FC236}">
                  <a16:creationId xmlns:a16="http://schemas.microsoft.com/office/drawing/2014/main" id="{EDBA056C-5C3C-483A-ADBB-6ECE967BF9FC}"/>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a:p>
          </p:txBody>
        </p:sp>
        <p:sp>
          <p:nvSpPr>
            <p:cNvPr id="10" name="Shape 17">
              <a:extLst>
                <a:ext uri="{FF2B5EF4-FFF2-40B4-BE49-F238E27FC236}">
                  <a16:creationId xmlns:a16="http://schemas.microsoft.com/office/drawing/2014/main" id="{C8A6DF64-EFDA-4FDC-95F2-CA9E904935A9}"/>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a:p>
          </p:txBody>
        </p:sp>
        <p:sp>
          <p:nvSpPr>
            <p:cNvPr id="11" name="Shape 15">
              <a:extLst>
                <a:ext uri="{FF2B5EF4-FFF2-40B4-BE49-F238E27FC236}">
                  <a16:creationId xmlns:a16="http://schemas.microsoft.com/office/drawing/2014/main" id="{05041C2C-ACC8-4BF3-B916-0896FA1039FB}"/>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a:p>
          </p:txBody>
        </p:sp>
        <p:sp>
          <p:nvSpPr>
            <p:cNvPr id="12" name="Shape 10">
              <a:extLst>
                <a:ext uri="{FF2B5EF4-FFF2-40B4-BE49-F238E27FC236}">
                  <a16:creationId xmlns:a16="http://schemas.microsoft.com/office/drawing/2014/main" id="{DC952B2D-D957-40DF-9D4E-84F7C8140911}"/>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a:p>
          </p:txBody>
        </p:sp>
        <p:sp>
          <p:nvSpPr>
            <p:cNvPr id="13" name="Shape 13">
              <a:extLst>
                <a:ext uri="{FF2B5EF4-FFF2-40B4-BE49-F238E27FC236}">
                  <a16:creationId xmlns:a16="http://schemas.microsoft.com/office/drawing/2014/main" id="{42223152-ED82-47B8-AA28-8E45BF4F6FDB}"/>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a:p>
          </p:txBody>
        </p:sp>
      </p:grpSp>
      <p:sp>
        <p:nvSpPr>
          <p:cNvPr id="2" name="Title 1">
            <a:extLst>
              <a:ext uri="{FF2B5EF4-FFF2-40B4-BE49-F238E27FC236}">
                <a16:creationId xmlns:a16="http://schemas.microsoft.com/office/drawing/2014/main" id="{CC046739-1F33-449F-A734-551C23673626}"/>
              </a:ext>
            </a:extLst>
          </p:cNvPr>
          <p:cNvSpPr>
            <a:spLocks noGrp="1"/>
          </p:cNvSpPr>
          <p:nvPr>
            <p:ph type="title" hasCustomPrompt="1"/>
          </p:nvPr>
        </p:nvSpPr>
        <p:spPr>
          <a:xfrm rot="16200000">
            <a:off x="-2034651" y="2598008"/>
            <a:ext cx="5955956" cy="1600200"/>
          </a:xfrm>
          <a:prstGeom prst="rect">
            <a:avLst/>
          </a:prstGeom>
        </p:spPr>
        <p:txBody>
          <a:bodyPr anchor="b">
            <a:normAutofit/>
          </a:bodyPr>
          <a:lstStyle>
            <a:lvl1pPr algn="ctr">
              <a:defRPr sz="3600"/>
            </a:lvl1pPr>
          </a:lstStyle>
          <a:p>
            <a:r>
              <a:rPr lang="en-US" noProof="0"/>
              <a:t>CLICK TO EDIT MASTER TITLE STYLE</a:t>
            </a:r>
          </a:p>
        </p:txBody>
      </p:sp>
      <p:sp>
        <p:nvSpPr>
          <p:cNvPr id="3" name="Content Placeholder 2">
            <a:extLst>
              <a:ext uri="{FF2B5EF4-FFF2-40B4-BE49-F238E27FC236}">
                <a16:creationId xmlns:a16="http://schemas.microsoft.com/office/drawing/2014/main" id="{55F87EE7-5848-4A7E-8CDC-C84A4100EAD2}"/>
              </a:ext>
            </a:extLst>
          </p:cNvPr>
          <p:cNvSpPr>
            <a:spLocks noGrp="1"/>
          </p:cNvSpPr>
          <p:nvPr>
            <p:ph idx="1" hasCustomPrompt="1"/>
          </p:nvPr>
        </p:nvSpPr>
        <p:spPr>
          <a:xfrm>
            <a:off x="1797858" y="420130"/>
            <a:ext cx="5438826" cy="5955956"/>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Text Placeholder 17">
            <a:extLst>
              <a:ext uri="{FF2B5EF4-FFF2-40B4-BE49-F238E27FC236}">
                <a16:creationId xmlns:a16="http://schemas.microsoft.com/office/drawing/2014/main" id="{7C2A2BF6-6B6F-4FDE-9C94-76A56291F77A}"/>
              </a:ext>
            </a:extLst>
          </p:cNvPr>
          <p:cNvSpPr>
            <a:spLocks noGrp="1"/>
          </p:cNvSpPr>
          <p:nvPr>
            <p:ph type="body" sz="quarter" idx="10" hasCustomPrompt="1"/>
          </p:nvPr>
        </p:nvSpPr>
        <p:spPr>
          <a:xfrm>
            <a:off x="7940842" y="1089395"/>
            <a:ext cx="3657600" cy="5286692"/>
          </a:xfrm>
        </p:spPr>
        <p:txBody>
          <a:bodyPr/>
          <a:lstStyle>
            <a:lvl1pPr marL="0" indent="0">
              <a:buFont typeface="Century Gothic" panose="020B0502020202020204" pitchFamily="34" charset="0"/>
              <a:buChar char=" "/>
              <a:defRPr sz="1400"/>
            </a:lvl1pPr>
            <a:lvl2pPr marL="223838" indent="-163513">
              <a:buClr>
                <a:schemeClr val="bg1"/>
              </a:buClr>
              <a:buFont typeface="Century Gothic" panose="020B0502020202020204" pitchFamily="34" charset="0"/>
              <a:buChar char="&gt;"/>
              <a:defRPr sz="1400"/>
            </a:lvl2pPr>
            <a:lvl3pPr marL="0" indent="0">
              <a:spcBef>
                <a:spcPts val="2400"/>
              </a:spcBef>
              <a:buFont typeface="Century Gothic" panose="020B0502020202020204" pitchFamily="34" charset="0"/>
              <a:buChar char=" "/>
              <a:defRPr sz="1400"/>
            </a:lvl3pPr>
          </a:lstStyle>
          <a:p>
            <a:pPr lvl="0"/>
            <a:r>
              <a:rPr lang="en-US" noProof="0"/>
              <a:t>Edit Master text styles</a:t>
            </a:r>
          </a:p>
          <a:p>
            <a:pPr lvl="1"/>
            <a:r>
              <a:rPr lang="en-US" noProof="0"/>
              <a:t>Second level</a:t>
            </a:r>
          </a:p>
          <a:p>
            <a:pPr lvl="2"/>
            <a:r>
              <a:rPr lang="en-US" noProof="0"/>
              <a:t>Third level</a:t>
            </a:r>
          </a:p>
        </p:txBody>
      </p:sp>
      <p:cxnSp>
        <p:nvCxnSpPr>
          <p:cNvPr id="19" name="Shape">
            <a:extLst>
              <a:ext uri="{FF2B5EF4-FFF2-40B4-BE49-F238E27FC236}">
                <a16:creationId xmlns:a16="http://schemas.microsoft.com/office/drawing/2014/main" id="{B3938D53-967E-448F-8242-8981B708525E}"/>
              </a:ext>
            </a:extLst>
          </p:cNvPr>
          <p:cNvCxnSpPr>
            <a:cxnSpLocks/>
          </p:cNvCxnSpPr>
          <p:nvPr userDrawn="1"/>
        </p:nvCxnSpPr>
        <p:spPr>
          <a:xfrm flipH="1">
            <a:off x="7301596" y="-423"/>
            <a:ext cx="13668" cy="6858423"/>
          </a:xfrm>
          <a:prstGeom prst="line">
            <a:avLst/>
          </a:prstGeom>
          <a:ln w="28575">
            <a:solidFill>
              <a:srgbClr val="9F361D"/>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2554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AB70FB8-4002-E3BC-3DA1-40807D9C5EBC}"/>
              </a:ext>
              <a:ext uri="{C183D7F6-B498-43B3-948B-1728B52AA6E4}">
                <adec:decorative xmlns:adec="http://schemas.microsoft.com/office/drawing/2017/decorative" val="1"/>
              </a:ext>
            </a:extLst>
          </p:cNvPr>
          <p:cNvGrpSpPr/>
          <p:nvPr userDrawn="1"/>
        </p:nvGrpSpPr>
        <p:grpSpPr>
          <a:xfrm>
            <a:off x="2982913" y="-574675"/>
            <a:ext cx="6216650" cy="1935163"/>
            <a:chOff x="2982913" y="-574675"/>
            <a:chExt cx="6216650" cy="1935163"/>
          </a:xfrm>
        </p:grpSpPr>
        <p:sp>
          <p:nvSpPr>
            <p:cNvPr id="3" name="Shape 12">
              <a:extLst>
                <a:ext uri="{FF2B5EF4-FFF2-40B4-BE49-F238E27FC236}">
                  <a16:creationId xmlns:a16="http://schemas.microsoft.com/office/drawing/2014/main" id="{AAD767DE-8548-7463-F5D0-1E99CCA6B0F0}"/>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4" name="Shape 17">
              <a:extLst>
                <a:ext uri="{FF2B5EF4-FFF2-40B4-BE49-F238E27FC236}">
                  <a16:creationId xmlns:a16="http://schemas.microsoft.com/office/drawing/2014/main" id="{D31450F0-7B82-3E88-485D-0134DF6EC684}"/>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5" name="Shape 15">
              <a:extLst>
                <a:ext uri="{FF2B5EF4-FFF2-40B4-BE49-F238E27FC236}">
                  <a16:creationId xmlns:a16="http://schemas.microsoft.com/office/drawing/2014/main" id="{46CA45EF-3063-C4A6-7EEA-7FFD32E22546}"/>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6" name="Shape 10">
              <a:extLst>
                <a:ext uri="{FF2B5EF4-FFF2-40B4-BE49-F238E27FC236}">
                  <a16:creationId xmlns:a16="http://schemas.microsoft.com/office/drawing/2014/main" id="{0D092E15-D349-FC1E-941F-A5698529D1EA}"/>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7" name="Shape 13">
              <a:extLst>
                <a:ext uri="{FF2B5EF4-FFF2-40B4-BE49-F238E27FC236}">
                  <a16:creationId xmlns:a16="http://schemas.microsoft.com/office/drawing/2014/main" id="{BCA4BB77-42D8-3C1B-DD79-E7FA7AC5B412}"/>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grpSp>
      <p:grpSp>
        <p:nvGrpSpPr>
          <p:cNvPr id="12" name="Group 11">
            <a:extLst>
              <a:ext uri="{FF2B5EF4-FFF2-40B4-BE49-F238E27FC236}">
                <a16:creationId xmlns:a16="http://schemas.microsoft.com/office/drawing/2014/main" id="{E039D421-3580-462F-85CF-DD9732A68A94}"/>
              </a:ext>
            </a:extLst>
          </p:cNvPr>
          <p:cNvGrpSpPr/>
          <p:nvPr userDrawn="1"/>
        </p:nvGrpSpPr>
        <p:grpSpPr>
          <a:xfrm>
            <a:off x="533563" y="1885850"/>
            <a:ext cx="211015" cy="4944470"/>
            <a:chOff x="533563" y="1885850"/>
            <a:chExt cx="211015" cy="4944470"/>
          </a:xfrm>
        </p:grpSpPr>
        <p:cxnSp>
          <p:nvCxnSpPr>
            <p:cNvPr id="13" name="Shape">
              <a:extLst>
                <a:ext uri="{FF2B5EF4-FFF2-40B4-BE49-F238E27FC236}">
                  <a16:creationId xmlns:a16="http://schemas.microsoft.com/office/drawing/2014/main" id="{DE8E9744-8CDB-421C-962A-44A5120AF055}"/>
                </a:ext>
              </a:extLst>
            </p:cNvPr>
            <p:cNvCxnSpPr>
              <a:cxnSpLocks/>
            </p:cNvCxnSpPr>
            <p:nvPr/>
          </p:nvCxnSpPr>
          <p:spPr>
            <a:xfrm>
              <a:off x="628962" y="1970320"/>
              <a:ext cx="0" cy="4860000"/>
            </a:xfrm>
            <a:prstGeom prst="line">
              <a:avLst/>
            </a:prstGeom>
            <a:ln w="28575">
              <a:solidFill>
                <a:srgbClr val="9F361D"/>
              </a:solidFill>
            </a:ln>
          </p:spPr>
          <p:style>
            <a:lnRef idx="1">
              <a:schemeClr val="accent1"/>
            </a:lnRef>
            <a:fillRef idx="0">
              <a:schemeClr val="accent1"/>
            </a:fillRef>
            <a:effectRef idx="0">
              <a:schemeClr val="accent1"/>
            </a:effectRef>
            <a:fontRef idx="minor">
              <a:schemeClr val="tx1"/>
            </a:fontRef>
          </p:style>
        </p:cxnSp>
        <p:sp>
          <p:nvSpPr>
            <p:cNvPr id="14" name="Oval 25">
              <a:extLst>
                <a:ext uri="{FF2B5EF4-FFF2-40B4-BE49-F238E27FC236}">
                  <a16:creationId xmlns:a16="http://schemas.microsoft.com/office/drawing/2014/main" id="{C8931D30-63ED-42E9-BEDB-9DAED42116D2}"/>
                </a:ext>
              </a:extLst>
            </p:cNvPr>
            <p:cNvSpPr/>
            <p:nvPr/>
          </p:nvSpPr>
          <p:spPr>
            <a:xfrm>
              <a:off x="533563" y="1885850"/>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grpSp>
      <p:sp>
        <p:nvSpPr>
          <p:cNvPr id="15" name="Title 14">
            <a:extLst>
              <a:ext uri="{FF2B5EF4-FFF2-40B4-BE49-F238E27FC236}">
                <a16:creationId xmlns:a16="http://schemas.microsoft.com/office/drawing/2014/main" id="{45EEAC38-1AB2-4532-9A19-2A4A9572548D}"/>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52793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3">
    <p:spTree>
      <p:nvGrpSpPr>
        <p:cNvPr id="1" name=""/>
        <p:cNvGrpSpPr/>
        <p:nvPr/>
      </p:nvGrpSpPr>
      <p:grpSpPr>
        <a:xfrm>
          <a:off x="0" y="0"/>
          <a:ext cx="0" cy="0"/>
          <a:chOff x="0" y="0"/>
          <a:chExt cx="0" cy="0"/>
        </a:xfrm>
      </p:grpSpPr>
      <p:pic>
        <p:nvPicPr>
          <p:cNvPr id="12" name="Picture Placeholder 2">
            <a:extLst>
              <a:ext uri="{FF2B5EF4-FFF2-40B4-BE49-F238E27FC236}">
                <a16:creationId xmlns:a16="http://schemas.microsoft.com/office/drawing/2014/main" id="{97FF772A-2519-497D-8276-4E705BD222EC}"/>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2580374" y="0"/>
            <a:ext cx="9611625" cy="6858000"/>
          </a:xfrm>
          <a:prstGeom prst="rect">
            <a:avLst/>
          </a:prstGeom>
        </p:spPr>
      </p:pic>
      <p:sp>
        <p:nvSpPr>
          <p:cNvPr id="14" name="Shape 50">
            <a:extLst>
              <a:ext uri="{FF2B5EF4-FFF2-40B4-BE49-F238E27FC236}">
                <a16:creationId xmlns:a16="http://schemas.microsoft.com/office/drawing/2014/main" id="{C1EA4F75-7A14-4E4E-A3B8-54293D94FFEA}"/>
              </a:ext>
            </a:extLst>
          </p:cNvPr>
          <p:cNvSpPr/>
          <p:nvPr userDrawn="1"/>
        </p:nvSpPr>
        <p:spPr>
          <a:xfrm>
            <a:off x="2580374" y="-2381"/>
            <a:ext cx="9611628" cy="6858000"/>
          </a:xfrm>
          <a:prstGeom prst="rect">
            <a:avLst/>
          </a:prstGeom>
          <a:solidFill>
            <a:schemeClr val="tx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grpSp>
        <p:nvGrpSpPr>
          <p:cNvPr id="6" name="Group 5">
            <a:extLst>
              <a:ext uri="{FF2B5EF4-FFF2-40B4-BE49-F238E27FC236}">
                <a16:creationId xmlns:a16="http://schemas.microsoft.com/office/drawing/2014/main" id="{E8E8743F-2E52-4860-9798-A13AA2B1A9FA}"/>
              </a:ext>
            </a:extLst>
          </p:cNvPr>
          <p:cNvGrpSpPr/>
          <p:nvPr userDrawn="1"/>
        </p:nvGrpSpPr>
        <p:grpSpPr>
          <a:xfrm rot="16200000">
            <a:off x="-2712402" y="2461418"/>
            <a:ext cx="6216650" cy="1935163"/>
            <a:chOff x="2982913" y="-574675"/>
            <a:chExt cx="6216650" cy="1935163"/>
          </a:xfrm>
        </p:grpSpPr>
        <p:sp>
          <p:nvSpPr>
            <p:cNvPr id="7" name="Shape 12">
              <a:extLst>
                <a:ext uri="{FF2B5EF4-FFF2-40B4-BE49-F238E27FC236}">
                  <a16:creationId xmlns:a16="http://schemas.microsoft.com/office/drawing/2014/main" id="{0B4C606D-CB17-4FF1-B300-8551BB9C7C52}"/>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8" name="Shape 17">
              <a:extLst>
                <a:ext uri="{FF2B5EF4-FFF2-40B4-BE49-F238E27FC236}">
                  <a16:creationId xmlns:a16="http://schemas.microsoft.com/office/drawing/2014/main" id="{D20F56BD-D4E9-49D7-9636-6CB1E745F754}"/>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9" name="Shape 15">
              <a:extLst>
                <a:ext uri="{FF2B5EF4-FFF2-40B4-BE49-F238E27FC236}">
                  <a16:creationId xmlns:a16="http://schemas.microsoft.com/office/drawing/2014/main" id="{EEC14485-F263-4BA9-B5C6-C6C2DA8B5560}"/>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0" name="Shape 10">
              <a:extLst>
                <a:ext uri="{FF2B5EF4-FFF2-40B4-BE49-F238E27FC236}">
                  <a16:creationId xmlns:a16="http://schemas.microsoft.com/office/drawing/2014/main" id="{8D44ACC6-1029-45CC-B1FF-DCDEC55BBEBC}"/>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1" name="Shape 13">
              <a:extLst>
                <a:ext uri="{FF2B5EF4-FFF2-40B4-BE49-F238E27FC236}">
                  <a16:creationId xmlns:a16="http://schemas.microsoft.com/office/drawing/2014/main" id="{640BDE84-9E6B-4DC1-B057-62246AD285B7}"/>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grpSp>
      <p:sp>
        <p:nvSpPr>
          <p:cNvPr id="2" name="Title 1">
            <a:extLst>
              <a:ext uri="{FF2B5EF4-FFF2-40B4-BE49-F238E27FC236}">
                <a16:creationId xmlns:a16="http://schemas.microsoft.com/office/drawing/2014/main" id="{A1D727FB-12F2-4B00-B9B4-2E85DBE8E83C}"/>
              </a:ext>
            </a:extLst>
          </p:cNvPr>
          <p:cNvSpPr>
            <a:spLocks noGrp="1"/>
          </p:cNvSpPr>
          <p:nvPr>
            <p:ph type="title" hasCustomPrompt="1"/>
          </p:nvPr>
        </p:nvSpPr>
        <p:spPr>
          <a:xfrm rot="16200000">
            <a:off x="-1345368" y="2655089"/>
            <a:ext cx="5652795" cy="1465563"/>
          </a:xfrm>
          <a:prstGeom prst="rect">
            <a:avLst/>
          </a:prstGeom>
        </p:spPr>
        <p:txBody>
          <a:bodyPr>
            <a:normAutofit/>
          </a:bodyPr>
          <a:lstStyle>
            <a:lvl1pPr algn="ctr">
              <a:defRPr sz="3600"/>
            </a:lvl1pPr>
          </a:lstStyle>
          <a:p>
            <a:r>
              <a:rPr lang="en-US" noProof="0"/>
              <a:t>CLICK TO EDIT MASTER TITLE STYLE</a:t>
            </a:r>
          </a:p>
        </p:txBody>
      </p:sp>
      <p:cxnSp>
        <p:nvCxnSpPr>
          <p:cNvPr id="15" name="Straight Connector 14">
            <a:extLst>
              <a:ext uri="{FF2B5EF4-FFF2-40B4-BE49-F238E27FC236}">
                <a16:creationId xmlns:a16="http://schemas.microsoft.com/office/drawing/2014/main" id="{AE74B823-46AD-4B07-AE84-16F0BBC8FE2E}"/>
              </a:ext>
            </a:extLst>
          </p:cNvPr>
          <p:cNvCxnSpPr/>
          <p:nvPr userDrawn="1"/>
        </p:nvCxnSpPr>
        <p:spPr>
          <a:xfrm>
            <a:off x="5969975" y="2677198"/>
            <a:ext cx="0" cy="1503604"/>
          </a:xfrm>
          <a:prstGeom prst="line">
            <a:avLst/>
          </a:prstGeom>
          <a:ln>
            <a:solidFill>
              <a:srgbClr val="D2472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7E61A4E-1F41-4137-801F-C544DE0CAF4D}"/>
              </a:ext>
            </a:extLst>
          </p:cNvPr>
          <p:cNvCxnSpPr/>
          <p:nvPr userDrawn="1"/>
        </p:nvCxnSpPr>
        <p:spPr>
          <a:xfrm>
            <a:off x="8927119" y="2677198"/>
            <a:ext cx="0" cy="1503604"/>
          </a:xfrm>
          <a:prstGeom prst="line">
            <a:avLst/>
          </a:prstGeom>
          <a:ln>
            <a:solidFill>
              <a:srgbClr val="D24726"/>
            </a:solidFill>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3C9CAFD8-EA4C-4E12-AA33-925E9BCE83CB}"/>
              </a:ext>
            </a:extLst>
          </p:cNvPr>
          <p:cNvSpPr>
            <a:spLocks noGrp="1"/>
          </p:cNvSpPr>
          <p:nvPr>
            <p:ph type="body" sz="quarter" idx="10" hasCustomPrompt="1"/>
          </p:nvPr>
        </p:nvSpPr>
        <p:spPr>
          <a:xfrm>
            <a:off x="3256581" y="2656923"/>
            <a:ext cx="2405647" cy="1523880"/>
          </a:xfrm>
        </p:spPr>
        <p:txBody>
          <a:bodyPr anchor="ctr">
            <a:normAutofit/>
          </a:bodyPr>
          <a:lstStyle>
            <a:lvl1pPr marL="0" indent="0" algn="ctr">
              <a:buNone/>
              <a:defRPr sz="1400"/>
            </a:lvl1pPr>
          </a:lstStyle>
          <a:p>
            <a:pPr lvl="0"/>
            <a:r>
              <a:rPr lang="en-US" noProof="0"/>
              <a:t>Edit Master text styles</a:t>
            </a:r>
          </a:p>
        </p:txBody>
      </p:sp>
      <p:sp>
        <p:nvSpPr>
          <p:cNvPr id="19" name="Text Placeholder 17">
            <a:extLst>
              <a:ext uri="{FF2B5EF4-FFF2-40B4-BE49-F238E27FC236}">
                <a16:creationId xmlns:a16="http://schemas.microsoft.com/office/drawing/2014/main" id="{EE33737E-752D-419F-8F18-E35609CCAD6F}"/>
              </a:ext>
            </a:extLst>
          </p:cNvPr>
          <p:cNvSpPr>
            <a:spLocks noGrp="1"/>
          </p:cNvSpPr>
          <p:nvPr>
            <p:ph type="body" sz="quarter" idx="11" hasCustomPrompt="1"/>
          </p:nvPr>
        </p:nvSpPr>
        <p:spPr>
          <a:xfrm>
            <a:off x="6245724" y="2656923"/>
            <a:ext cx="2405647" cy="1523880"/>
          </a:xfrm>
        </p:spPr>
        <p:txBody>
          <a:bodyPr anchor="ctr">
            <a:normAutofit/>
          </a:bodyPr>
          <a:lstStyle>
            <a:lvl1pPr marL="0" indent="0" algn="ctr">
              <a:buNone/>
              <a:defRPr sz="1400"/>
            </a:lvl1pPr>
          </a:lstStyle>
          <a:p>
            <a:pPr lvl="0"/>
            <a:r>
              <a:rPr lang="en-US" noProof="0"/>
              <a:t>Edit Master text styles</a:t>
            </a:r>
          </a:p>
        </p:txBody>
      </p:sp>
      <p:sp>
        <p:nvSpPr>
          <p:cNvPr id="21" name="Text Placeholder 17">
            <a:extLst>
              <a:ext uri="{FF2B5EF4-FFF2-40B4-BE49-F238E27FC236}">
                <a16:creationId xmlns:a16="http://schemas.microsoft.com/office/drawing/2014/main" id="{AE07EDA3-09AD-4BC4-92A5-720E8D8ECDD9}"/>
              </a:ext>
            </a:extLst>
          </p:cNvPr>
          <p:cNvSpPr>
            <a:spLocks noGrp="1"/>
          </p:cNvSpPr>
          <p:nvPr>
            <p:ph type="body" sz="quarter" idx="12" hasCustomPrompt="1"/>
          </p:nvPr>
        </p:nvSpPr>
        <p:spPr>
          <a:xfrm>
            <a:off x="9153248" y="2656923"/>
            <a:ext cx="2405647" cy="1523880"/>
          </a:xfrm>
        </p:spPr>
        <p:txBody>
          <a:bodyPr anchor="ctr">
            <a:normAutofit/>
          </a:bodyPr>
          <a:lstStyle>
            <a:lvl1pPr marL="0" indent="0" algn="ctr">
              <a:buNone/>
              <a:defRPr sz="1400"/>
            </a:lvl1pPr>
          </a:lstStyle>
          <a:p>
            <a:pPr lvl="0"/>
            <a:r>
              <a:rPr lang="en-US" noProof="0"/>
              <a:t>Edit Master text styles</a:t>
            </a:r>
          </a:p>
        </p:txBody>
      </p:sp>
    </p:spTree>
    <p:extLst>
      <p:ext uri="{BB962C8B-B14F-4D97-AF65-F5344CB8AC3E}">
        <p14:creationId xmlns:p14="http://schemas.microsoft.com/office/powerpoint/2010/main" val="242522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outHorizontal)">
                                      <p:cBhvr>
                                        <p:cTn id="7" dur="750"/>
                                        <p:tgtEl>
                                          <p:spTgt spid="15"/>
                                        </p:tgtEl>
                                      </p:cBhvr>
                                    </p:animEffect>
                                  </p:childTnLst>
                                </p:cTn>
                              </p:par>
                            </p:childTnLst>
                          </p:cTn>
                        </p:par>
                        <p:par>
                          <p:cTn id="8" fill="hold">
                            <p:stCondLst>
                              <p:cond delay="750"/>
                            </p:stCondLst>
                            <p:childTnLst>
                              <p:par>
                                <p:cTn id="9" presetID="16" presetClass="entr" presetSubtype="42"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arn(outHorizontal)">
                                      <p:cBhvr>
                                        <p:cTn id="11" dur="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Ste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BB2580B-041D-4851-8F8C-68136867413A}"/>
              </a:ext>
            </a:extLst>
          </p:cNvPr>
          <p:cNvSpPr/>
          <p:nvPr userDrawn="1"/>
        </p:nvSpPr>
        <p:spPr>
          <a:xfrm>
            <a:off x="11288256" y="-849"/>
            <a:ext cx="910600" cy="685884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6" name="Picture 5">
            <a:extLst>
              <a:ext uri="{FF2B5EF4-FFF2-40B4-BE49-F238E27FC236}">
                <a16:creationId xmlns:a16="http://schemas.microsoft.com/office/drawing/2014/main" id="{15DAF249-F087-486D-9373-D1D96AC5982F}"/>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0" y="-849"/>
            <a:ext cx="11375568" cy="6857999"/>
          </a:xfrm>
          <a:prstGeom prst="rect">
            <a:avLst/>
          </a:prstGeom>
        </p:spPr>
      </p:pic>
      <p:sp>
        <p:nvSpPr>
          <p:cNvPr id="7" name="Shape 28">
            <a:extLst>
              <a:ext uri="{FF2B5EF4-FFF2-40B4-BE49-F238E27FC236}">
                <a16:creationId xmlns:a16="http://schemas.microsoft.com/office/drawing/2014/main" id="{40BE2EAE-DEF8-4547-9314-D5CC0A644219}"/>
              </a:ext>
              <a:ext uri="{C183D7F6-B498-43B3-948B-1728B52AA6E4}">
                <adec:decorative xmlns:adec="http://schemas.microsoft.com/office/drawing/2017/decorative" val="1"/>
              </a:ext>
            </a:extLst>
          </p:cNvPr>
          <p:cNvSpPr/>
          <p:nvPr userDrawn="1"/>
        </p:nvSpPr>
        <p:spPr>
          <a:xfrm rot="5400000">
            <a:off x="2667427" y="-2639256"/>
            <a:ext cx="6857150" cy="12191999"/>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50000"/>
              </a:lnSpc>
              <a:spcBef>
                <a:spcPts val="0"/>
              </a:spcBef>
              <a:spcAft>
                <a:spcPts val="0"/>
              </a:spcAft>
              <a:defRPr/>
            </a:pPr>
            <a:endParaRPr lang="en-US" sz="1400" noProof="0"/>
          </a:p>
        </p:txBody>
      </p:sp>
      <p:sp>
        <p:nvSpPr>
          <p:cNvPr id="9" name="Title 8">
            <a:extLst>
              <a:ext uri="{FF2B5EF4-FFF2-40B4-BE49-F238E27FC236}">
                <a16:creationId xmlns:a16="http://schemas.microsoft.com/office/drawing/2014/main" id="{9425F7BC-88F1-4DEF-BE4F-66027E77832E}"/>
              </a:ext>
            </a:extLst>
          </p:cNvPr>
          <p:cNvSpPr>
            <a:spLocks noGrp="1"/>
          </p:cNvSpPr>
          <p:nvPr>
            <p:ph type="title" hasCustomPrompt="1"/>
          </p:nvPr>
        </p:nvSpPr>
        <p:spPr>
          <a:xfrm>
            <a:off x="6941058" y="400051"/>
            <a:ext cx="5145560" cy="798512"/>
          </a:xfrm>
        </p:spPr>
        <p:txBody>
          <a:bodyPr>
            <a:normAutofit/>
          </a:bodyPr>
          <a:lstStyle>
            <a:lvl1pPr algn="l">
              <a:defRPr sz="4000"/>
            </a:lvl1pPr>
          </a:lstStyle>
          <a:p>
            <a:r>
              <a:rPr lang="en-US" noProof="0"/>
              <a:t>SMALL TITLE</a:t>
            </a:r>
          </a:p>
        </p:txBody>
      </p:sp>
      <p:sp>
        <p:nvSpPr>
          <p:cNvPr id="11" name="Text Placeholder 10">
            <a:extLst>
              <a:ext uri="{FF2B5EF4-FFF2-40B4-BE49-F238E27FC236}">
                <a16:creationId xmlns:a16="http://schemas.microsoft.com/office/drawing/2014/main" id="{6148BE13-086D-417C-8DA0-B1FEC9F7613F}"/>
              </a:ext>
            </a:extLst>
          </p:cNvPr>
          <p:cNvSpPr>
            <a:spLocks noGrp="1"/>
          </p:cNvSpPr>
          <p:nvPr>
            <p:ph type="body" sz="quarter" idx="10" hasCustomPrompt="1"/>
          </p:nvPr>
        </p:nvSpPr>
        <p:spPr>
          <a:xfrm>
            <a:off x="7950708" y="1217613"/>
            <a:ext cx="4135910" cy="971550"/>
          </a:xfrm>
        </p:spPr>
        <p:txBody>
          <a:bodyPr>
            <a:normAutofit/>
          </a:bodyPr>
          <a:lstStyle>
            <a:lvl1pPr marL="0" indent="0">
              <a:lnSpc>
                <a:spcPct val="100000"/>
              </a:lnSpc>
              <a:spcAft>
                <a:spcPts val="2000"/>
              </a:spcAft>
              <a:buNone/>
              <a:defRPr lang="en-US" sz="1400" kern="1200" dirty="0">
                <a:solidFill>
                  <a:schemeClr val="bg1"/>
                </a:solidFill>
                <a:latin typeface="Century Gothic" panose="020B0502020202020204" pitchFamily="34" charset="0"/>
                <a:ea typeface="+mn-ea"/>
                <a:cs typeface="Segoe UI" panose="020B0502040204020203" pitchFamily="34" charset="0"/>
              </a:defRPr>
            </a:lvl1pPr>
          </a:lstStyle>
          <a:p>
            <a:pPr lvl="0"/>
            <a:r>
              <a:rPr lang="en-US" noProof="0"/>
              <a:t>Edit Master text styles</a:t>
            </a:r>
          </a:p>
        </p:txBody>
      </p:sp>
      <p:grpSp>
        <p:nvGrpSpPr>
          <p:cNvPr id="24" name="Group 23">
            <a:extLst>
              <a:ext uri="{FF2B5EF4-FFF2-40B4-BE49-F238E27FC236}">
                <a16:creationId xmlns:a16="http://schemas.microsoft.com/office/drawing/2014/main" id="{0EFD3E4B-4FBF-493F-AD7A-B5E72CF3B1C3}"/>
              </a:ext>
              <a:ext uri="{C183D7F6-B498-43B3-948B-1728B52AA6E4}">
                <adec:decorative xmlns:adec="http://schemas.microsoft.com/office/drawing/2017/decorative" val="1"/>
              </a:ext>
            </a:extLst>
          </p:cNvPr>
          <p:cNvGrpSpPr/>
          <p:nvPr userDrawn="1"/>
        </p:nvGrpSpPr>
        <p:grpSpPr>
          <a:xfrm>
            <a:off x="2276407" y="0"/>
            <a:ext cx="9915593" cy="6858000"/>
            <a:chOff x="-6856" y="0"/>
            <a:chExt cx="9915593" cy="6858000"/>
          </a:xfrm>
        </p:grpSpPr>
        <p:sp>
          <p:nvSpPr>
            <p:cNvPr id="8" name="Shape 3">
              <a:extLst>
                <a:ext uri="{FF2B5EF4-FFF2-40B4-BE49-F238E27FC236}">
                  <a16:creationId xmlns:a16="http://schemas.microsoft.com/office/drawing/2014/main" id="{3B7727C9-7BD4-44DE-AB4D-DA388EC1790D}"/>
                </a:ext>
              </a:extLst>
            </p:cNvPr>
            <p:cNvSpPr/>
            <p:nvPr userDrawn="1"/>
          </p:nvSpPr>
          <p:spPr>
            <a:xfrm flipH="1">
              <a:off x="-6856" y="0"/>
              <a:ext cx="9915593" cy="6858000"/>
            </a:xfrm>
            <a:prstGeom prst="parallelogram">
              <a:avLst>
                <a:gd name="adj" fmla="val 92267"/>
              </a:avLst>
            </a:prstGeom>
            <a:gradFill>
              <a:gsLst>
                <a:gs pos="100000">
                  <a:srgbClr val="DE6346">
                    <a:alpha val="70000"/>
                  </a:srgbClr>
                </a:gs>
                <a:gs pos="0">
                  <a:srgbClr val="9F361D">
                    <a:alpha val="70000"/>
                  </a:srgbClr>
                </a:gs>
                <a:gs pos="73000">
                  <a:srgbClr val="D24726"/>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grpSp>
          <p:nvGrpSpPr>
            <p:cNvPr id="23" name="Group 22">
              <a:extLst>
                <a:ext uri="{FF2B5EF4-FFF2-40B4-BE49-F238E27FC236}">
                  <a16:creationId xmlns:a16="http://schemas.microsoft.com/office/drawing/2014/main" id="{01F9F0D4-886A-43C9-8B98-D75F3D123AD9}"/>
                </a:ext>
              </a:extLst>
            </p:cNvPr>
            <p:cNvGrpSpPr/>
            <p:nvPr userDrawn="1"/>
          </p:nvGrpSpPr>
          <p:grpSpPr>
            <a:xfrm flipH="1">
              <a:off x="1223136" y="1343920"/>
              <a:ext cx="4316824" cy="4477633"/>
              <a:chOff x="861186" y="1343920"/>
              <a:chExt cx="4316824" cy="4477633"/>
            </a:xfrm>
          </p:grpSpPr>
          <p:grpSp>
            <p:nvGrpSpPr>
              <p:cNvPr id="14" name="Group 13">
                <a:extLst>
                  <a:ext uri="{FF2B5EF4-FFF2-40B4-BE49-F238E27FC236}">
                    <a16:creationId xmlns:a16="http://schemas.microsoft.com/office/drawing/2014/main" id="{994A4E7F-BFC7-482F-A3ED-1094D73BE5C1}"/>
                  </a:ext>
                </a:extLst>
              </p:cNvPr>
              <p:cNvGrpSpPr/>
              <p:nvPr userDrawn="1"/>
            </p:nvGrpSpPr>
            <p:grpSpPr>
              <a:xfrm>
                <a:off x="4619831" y="1343920"/>
                <a:ext cx="558179" cy="468000"/>
                <a:chOff x="4388904" y="1577920"/>
                <a:chExt cx="558179" cy="468000"/>
              </a:xfrm>
            </p:grpSpPr>
            <p:sp>
              <p:nvSpPr>
                <p:cNvPr id="15" name="Shape 25">
                  <a:extLst>
                    <a:ext uri="{FF2B5EF4-FFF2-40B4-BE49-F238E27FC236}">
                      <a16:creationId xmlns:a16="http://schemas.microsoft.com/office/drawing/2014/main" id="{76698BCA-19CB-41AE-BE78-374F5BA2E571}"/>
                    </a:ext>
                  </a:extLst>
                </p:cNvPr>
                <p:cNvSpPr>
                  <a:spLocks noChangeAspect="1"/>
                </p:cNvSpPr>
                <p:nvPr/>
              </p:nvSpPr>
              <p:spPr>
                <a:xfrm>
                  <a:off x="4430571" y="1577920"/>
                  <a:ext cx="468000" cy="468000"/>
                </a:xfrm>
                <a:prstGeom prst="ellipse">
                  <a:avLst/>
                </a:prstGeom>
                <a:solidFill>
                  <a:srgbClr val="9F361D"/>
                </a:solidFill>
                <a:ln>
                  <a:noFill/>
                </a:ln>
                <a:effectLst>
                  <a:glow rad="101600">
                    <a:srgbClr val="9F361D">
                      <a:alpha val="40000"/>
                    </a:srgb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6" name="TextBox 15" descr="Number 1">
                  <a:extLst>
                    <a:ext uri="{FF2B5EF4-FFF2-40B4-BE49-F238E27FC236}">
                      <a16:creationId xmlns:a16="http://schemas.microsoft.com/office/drawing/2014/main" id="{506F61CE-8084-4FB8-8576-90DE19C61BBC}"/>
                    </a:ext>
                  </a:extLst>
                </p:cNvPr>
                <p:cNvSpPr txBox="1"/>
                <p:nvPr/>
              </p:nvSpPr>
              <p:spPr bwMode="blackWhite">
                <a:xfrm>
                  <a:off x="4388904" y="1616760"/>
                  <a:ext cx="558179" cy="369332"/>
                </a:xfrm>
                <a:prstGeom prst="rect">
                  <a:avLst/>
                </a:prstGeom>
                <a:noFill/>
                <a:effectLst>
                  <a:glow rad="139700">
                    <a:schemeClr val="accent2">
                      <a:satMod val="175000"/>
                      <a:alpha val="40000"/>
                    </a:schemeClr>
                  </a:glow>
                </a:effectLst>
              </p:spPr>
              <p:txBody>
                <a:bodyPr wrap="square" rtlCol="0">
                  <a:spAutoFit/>
                </a:bodyPr>
                <a:lstStyle/>
                <a:p>
                  <a:pPr algn="ctr"/>
                  <a:r>
                    <a:rPr lang="en-US" b="1" noProof="0">
                      <a:solidFill>
                        <a:schemeClr val="bg1"/>
                      </a:solidFill>
                      <a:latin typeface="Century Gothic" panose="020B0502020202020204" pitchFamily="34" charset="0"/>
                      <a:cs typeface="Segoe UI Semibold" panose="020B0702040204020203" pitchFamily="34" charset="0"/>
                    </a:rPr>
                    <a:t>1</a:t>
                  </a:r>
                </a:p>
              </p:txBody>
            </p:sp>
          </p:grpSp>
          <p:grpSp>
            <p:nvGrpSpPr>
              <p:cNvPr id="17" name="Group 16">
                <a:extLst>
                  <a:ext uri="{FF2B5EF4-FFF2-40B4-BE49-F238E27FC236}">
                    <a16:creationId xmlns:a16="http://schemas.microsoft.com/office/drawing/2014/main" id="{E48597ED-A5D8-4E38-81E8-8DC0AD6A3937}"/>
                  </a:ext>
                </a:extLst>
              </p:cNvPr>
              <p:cNvGrpSpPr/>
              <p:nvPr userDrawn="1"/>
            </p:nvGrpSpPr>
            <p:grpSpPr>
              <a:xfrm>
                <a:off x="861186" y="5353553"/>
                <a:ext cx="558179" cy="468000"/>
                <a:chOff x="799474" y="5451491"/>
                <a:chExt cx="558179" cy="468000"/>
              </a:xfrm>
            </p:grpSpPr>
            <p:sp>
              <p:nvSpPr>
                <p:cNvPr id="18" name="Shape 25">
                  <a:extLst>
                    <a:ext uri="{FF2B5EF4-FFF2-40B4-BE49-F238E27FC236}">
                      <a16:creationId xmlns:a16="http://schemas.microsoft.com/office/drawing/2014/main" id="{5016EDD9-EDAC-4A14-9CBF-5959078A0744}"/>
                    </a:ext>
                  </a:extLst>
                </p:cNvPr>
                <p:cNvSpPr>
                  <a:spLocks noChangeAspect="1"/>
                </p:cNvSpPr>
                <p:nvPr/>
              </p:nvSpPr>
              <p:spPr>
                <a:xfrm>
                  <a:off x="844564" y="5451491"/>
                  <a:ext cx="468000" cy="468000"/>
                </a:xfrm>
                <a:prstGeom prst="ellipse">
                  <a:avLst/>
                </a:prstGeom>
                <a:solidFill>
                  <a:srgbClr val="9F361D"/>
                </a:solidFill>
                <a:ln>
                  <a:noFill/>
                </a:ln>
                <a:effectLst>
                  <a:glow rad="101600">
                    <a:srgbClr val="9F361D">
                      <a:alpha val="40000"/>
                    </a:srgb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19" name="TextBox 18" descr="Number 3">
                  <a:extLst>
                    <a:ext uri="{FF2B5EF4-FFF2-40B4-BE49-F238E27FC236}">
                      <a16:creationId xmlns:a16="http://schemas.microsoft.com/office/drawing/2014/main" id="{A537EC38-EF5B-4E6E-98E2-F890B5E42938}"/>
                    </a:ext>
                  </a:extLst>
                </p:cNvPr>
                <p:cNvSpPr txBox="1"/>
                <p:nvPr/>
              </p:nvSpPr>
              <p:spPr bwMode="blackWhite">
                <a:xfrm>
                  <a:off x="799474" y="5489939"/>
                  <a:ext cx="558179" cy="369332"/>
                </a:xfrm>
                <a:prstGeom prst="rect">
                  <a:avLst/>
                </a:prstGeom>
                <a:noFill/>
              </p:spPr>
              <p:txBody>
                <a:bodyPr wrap="square" rtlCol="0">
                  <a:spAutoFit/>
                </a:bodyPr>
                <a:lstStyle/>
                <a:p>
                  <a:pPr algn="ctr"/>
                  <a:r>
                    <a:rPr lang="en-US" b="1" noProof="0">
                      <a:solidFill>
                        <a:schemeClr val="bg1"/>
                      </a:solidFill>
                      <a:latin typeface="Century Gothic" panose="020B0502020202020204" pitchFamily="34" charset="0"/>
                      <a:cs typeface="Segoe UI Semibold" panose="020B0702040204020203" pitchFamily="34" charset="0"/>
                    </a:rPr>
                    <a:t>3</a:t>
                  </a:r>
                </a:p>
              </p:txBody>
            </p:sp>
          </p:grpSp>
          <p:grpSp>
            <p:nvGrpSpPr>
              <p:cNvPr id="20" name="Group 19">
                <a:extLst>
                  <a:ext uri="{FF2B5EF4-FFF2-40B4-BE49-F238E27FC236}">
                    <a16:creationId xmlns:a16="http://schemas.microsoft.com/office/drawing/2014/main" id="{261EFACB-8BDE-4751-BADB-F72B5A5F6679}"/>
                  </a:ext>
                </a:extLst>
              </p:cNvPr>
              <p:cNvGrpSpPr/>
              <p:nvPr userDrawn="1"/>
            </p:nvGrpSpPr>
            <p:grpSpPr>
              <a:xfrm>
                <a:off x="2800323" y="3270611"/>
                <a:ext cx="558179" cy="468000"/>
                <a:chOff x="2686835" y="3386632"/>
                <a:chExt cx="558179" cy="468000"/>
              </a:xfrm>
            </p:grpSpPr>
            <p:sp>
              <p:nvSpPr>
                <p:cNvPr id="21" name="Shape 25">
                  <a:extLst>
                    <a:ext uri="{FF2B5EF4-FFF2-40B4-BE49-F238E27FC236}">
                      <a16:creationId xmlns:a16="http://schemas.microsoft.com/office/drawing/2014/main" id="{C123EE02-6890-4623-975A-A512E7D3B95A}"/>
                    </a:ext>
                  </a:extLst>
                </p:cNvPr>
                <p:cNvSpPr>
                  <a:spLocks noChangeAspect="1"/>
                </p:cNvSpPr>
                <p:nvPr/>
              </p:nvSpPr>
              <p:spPr>
                <a:xfrm>
                  <a:off x="2731925" y="3386632"/>
                  <a:ext cx="468000" cy="468000"/>
                </a:xfrm>
                <a:prstGeom prst="ellipse">
                  <a:avLst/>
                </a:prstGeom>
                <a:solidFill>
                  <a:srgbClr val="9F361D"/>
                </a:solidFill>
                <a:ln>
                  <a:noFill/>
                </a:ln>
                <a:effectLst>
                  <a:glow rad="101600">
                    <a:srgbClr val="9F361D">
                      <a:alpha val="40000"/>
                    </a:srgb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noProof="0"/>
                </a:p>
              </p:txBody>
            </p:sp>
            <p:sp>
              <p:nvSpPr>
                <p:cNvPr id="22" name="TextBox 21" descr="Number 2">
                  <a:extLst>
                    <a:ext uri="{FF2B5EF4-FFF2-40B4-BE49-F238E27FC236}">
                      <a16:creationId xmlns:a16="http://schemas.microsoft.com/office/drawing/2014/main" id="{5850A4F0-C7C0-4DA2-A958-6C4289944D4A}"/>
                    </a:ext>
                  </a:extLst>
                </p:cNvPr>
                <p:cNvSpPr txBox="1"/>
                <p:nvPr/>
              </p:nvSpPr>
              <p:spPr bwMode="blackWhite">
                <a:xfrm>
                  <a:off x="2686835" y="3418440"/>
                  <a:ext cx="558179" cy="369332"/>
                </a:xfrm>
                <a:prstGeom prst="rect">
                  <a:avLst/>
                </a:prstGeom>
                <a:noFill/>
              </p:spPr>
              <p:txBody>
                <a:bodyPr wrap="square" rtlCol="0">
                  <a:spAutoFit/>
                </a:bodyPr>
                <a:lstStyle/>
                <a:p>
                  <a:pPr algn="ctr"/>
                  <a:r>
                    <a:rPr lang="en-US" b="1" noProof="0">
                      <a:solidFill>
                        <a:schemeClr val="bg1"/>
                      </a:solidFill>
                      <a:latin typeface="Century Gothic" panose="020B0502020202020204" pitchFamily="34" charset="0"/>
                      <a:cs typeface="Segoe UI Semibold" panose="020B0702040204020203" pitchFamily="34" charset="0"/>
                    </a:rPr>
                    <a:t>2</a:t>
                  </a:r>
                </a:p>
              </p:txBody>
            </p:sp>
          </p:grpSp>
        </p:grpSp>
      </p:grpSp>
      <p:sp>
        <p:nvSpPr>
          <p:cNvPr id="13" name="Text Placeholder 12">
            <a:extLst>
              <a:ext uri="{FF2B5EF4-FFF2-40B4-BE49-F238E27FC236}">
                <a16:creationId xmlns:a16="http://schemas.microsoft.com/office/drawing/2014/main" id="{3F5DBF9D-19BF-4838-ACC4-D041EC29D3B9}"/>
              </a:ext>
            </a:extLst>
          </p:cNvPr>
          <p:cNvSpPr>
            <a:spLocks noGrp="1"/>
          </p:cNvSpPr>
          <p:nvPr>
            <p:ph type="body" sz="quarter" idx="11" hasCustomPrompt="1"/>
          </p:nvPr>
        </p:nvSpPr>
        <p:spPr>
          <a:xfrm>
            <a:off x="3343555" y="419100"/>
            <a:ext cx="2914650" cy="798513"/>
          </a:xfrm>
        </p:spPr>
        <p:txBody>
          <a:bodyPr anchor="ctr">
            <a:normAutofit/>
          </a:bodyPr>
          <a:lstStyle>
            <a:lvl1pPr marL="0" indent="0">
              <a:buNone/>
              <a:defRPr sz="2400"/>
            </a:lvl1pPr>
          </a:lstStyle>
          <a:p>
            <a:pPr lvl="0"/>
            <a:r>
              <a:rPr lang="en-US" noProof="0"/>
              <a:t>Steps Go Here:</a:t>
            </a:r>
          </a:p>
        </p:txBody>
      </p:sp>
      <p:sp>
        <p:nvSpPr>
          <p:cNvPr id="27" name="Text Placeholder 10">
            <a:extLst>
              <a:ext uri="{FF2B5EF4-FFF2-40B4-BE49-F238E27FC236}">
                <a16:creationId xmlns:a16="http://schemas.microsoft.com/office/drawing/2014/main" id="{34A318E2-038D-4EC3-9C69-CDCB53824BC2}"/>
              </a:ext>
            </a:extLst>
          </p:cNvPr>
          <p:cNvSpPr>
            <a:spLocks noGrp="1"/>
          </p:cNvSpPr>
          <p:nvPr>
            <p:ph type="body" sz="quarter" idx="14" hasCustomPrompt="1"/>
          </p:nvPr>
        </p:nvSpPr>
        <p:spPr>
          <a:xfrm>
            <a:off x="8085220" y="5335777"/>
            <a:ext cx="2871537" cy="1337739"/>
          </a:xfrm>
        </p:spPr>
        <p:txBody>
          <a:bodyPr>
            <a:normAutofit/>
          </a:bodyPr>
          <a:lstStyle>
            <a:lvl1pPr marL="0" indent="0">
              <a:lnSpc>
                <a:spcPct val="100000"/>
              </a:lnSpc>
              <a:spcAft>
                <a:spcPts val="2000"/>
              </a:spcAft>
              <a:buNone/>
              <a:defRPr lang="en-US" sz="1400" kern="1200" dirty="0">
                <a:solidFill>
                  <a:schemeClr val="bg1"/>
                </a:solidFill>
                <a:latin typeface="Century Gothic" panose="020B0502020202020204" pitchFamily="34" charset="0"/>
                <a:ea typeface="+mn-ea"/>
                <a:cs typeface="Segoe UI" panose="020B0502040204020203" pitchFamily="34" charset="0"/>
              </a:defRPr>
            </a:lvl1pPr>
          </a:lstStyle>
          <a:p>
            <a:pPr lvl="0"/>
            <a:r>
              <a:rPr lang="en-US" noProof="0"/>
              <a:t>Edit Master text styles</a:t>
            </a:r>
          </a:p>
        </p:txBody>
      </p:sp>
      <p:sp>
        <p:nvSpPr>
          <p:cNvPr id="28" name="Text Placeholder 10">
            <a:extLst>
              <a:ext uri="{FF2B5EF4-FFF2-40B4-BE49-F238E27FC236}">
                <a16:creationId xmlns:a16="http://schemas.microsoft.com/office/drawing/2014/main" id="{800C0921-0E2A-4C67-860D-623087D48E58}"/>
              </a:ext>
            </a:extLst>
          </p:cNvPr>
          <p:cNvSpPr>
            <a:spLocks noGrp="1"/>
          </p:cNvSpPr>
          <p:nvPr>
            <p:ph type="body" sz="quarter" idx="15" hasCustomPrompt="1"/>
          </p:nvPr>
        </p:nvSpPr>
        <p:spPr>
          <a:xfrm>
            <a:off x="6039169" y="3361659"/>
            <a:ext cx="2871537" cy="1337739"/>
          </a:xfrm>
        </p:spPr>
        <p:txBody>
          <a:bodyPr>
            <a:normAutofit/>
          </a:bodyPr>
          <a:lstStyle>
            <a:lvl1pPr marL="0" indent="0">
              <a:lnSpc>
                <a:spcPct val="100000"/>
              </a:lnSpc>
              <a:spcAft>
                <a:spcPts val="2000"/>
              </a:spcAft>
              <a:buNone/>
              <a:defRPr lang="en-US" sz="1400" kern="1200" dirty="0">
                <a:solidFill>
                  <a:schemeClr val="bg1"/>
                </a:solidFill>
                <a:latin typeface="Century Gothic" panose="020B0502020202020204" pitchFamily="34" charset="0"/>
                <a:ea typeface="+mn-ea"/>
                <a:cs typeface="Segoe UI" panose="020B0502040204020203" pitchFamily="34" charset="0"/>
              </a:defRPr>
            </a:lvl1pPr>
          </a:lstStyle>
          <a:p>
            <a:pPr lvl="0"/>
            <a:r>
              <a:rPr lang="en-US" noProof="0"/>
              <a:t>Edit Master text styles</a:t>
            </a:r>
          </a:p>
        </p:txBody>
      </p:sp>
      <p:sp>
        <p:nvSpPr>
          <p:cNvPr id="29" name="Text Placeholder 10">
            <a:extLst>
              <a:ext uri="{FF2B5EF4-FFF2-40B4-BE49-F238E27FC236}">
                <a16:creationId xmlns:a16="http://schemas.microsoft.com/office/drawing/2014/main" id="{F08FCE70-FA2D-482A-A164-4D0C4D6A3365}"/>
              </a:ext>
            </a:extLst>
          </p:cNvPr>
          <p:cNvSpPr>
            <a:spLocks noGrp="1"/>
          </p:cNvSpPr>
          <p:nvPr>
            <p:ph type="body" sz="quarter" idx="16" hasCustomPrompt="1"/>
          </p:nvPr>
        </p:nvSpPr>
        <p:spPr>
          <a:xfrm>
            <a:off x="4241293" y="1420093"/>
            <a:ext cx="2871537" cy="1337739"/>
          </a:xfrm>
        </p:spPr>
        <p:txBody>
          <a:bodyPr>
            <a:normAutofit/>
          </a:bodyPr>
          <a:lstStyle>
            <a:lvl1pPr marL="0" indent="0">
              <a:lnSpc>
                <a:spcPct val="100000"/>
              </a:lnSpc>
              <a:spcAft>
                <a:spcPts val="2000"/>
              </a:spcAft>
              <a:buNone/>
              <a:defRPr lang="en-US" sz="1400" kern="1200" dirty="0">
                <a:solidFill>
                  <a:schemeClr val="bg1"/>
                </a:solidFill>
                <a:latin typeface="Century Gothic" panose="020B0502020202020204" pitchFamily="34" charset="0"/>
                <a:ea typeface="+mn-ea"/>
                <a:cs typeface="Segoe UI" panose="020B0502040204020203" pitchFamily="34" charset="0"/>
              </a:defRPr>
            </a:lvl1pPr>
          </a:lstStyle>
          <a:p>
            <a:pPr lvl="0"/>
            <a:r>
              <a:rPr lang="en-US" noProof="0"/>
              <a:t>Edit Master text styles</a:t>
            </a:r>
          </a:p>
        </p:txBody>
      </p:sp>
    </p:spTree>
    <p:extLst>
      <p:ext uri="{BB962C8B-B14F-4D97-AF65-F5344CB8AC3E}">
        <p14:creationId xmlns:p14="http://schemas.microsoft.com/office/powerpoint/2010/main" val="4016456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jp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09B45779-A330-4329-B18E-C4060289A791}" type="datetimeFigureOut">
              <a:rPr lang="en-US" smtClean="0"/>
              <a:pPr/>
              <a:t>29-Apr-25</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E2537C2E-C92C-4AC8-B017-4CD647E6EBF4}" type="slidenum">
              <a:rPr lang="en-US" smtClean="0"/>
              <a:pPr/>
              <a:t>‹#›</a:t>
            </a:fld>
            <a:endParaRPr lang="en-US" dirty="0"/>
          </a:p>
        </p:txBody>
      </p:sp>
    </p:spTree>
    <p:extLst>
      <p:ext uri="{BB962C8B-B14F-4D97-AF65-F5344CB8AC3E}">
        <p14:creationId xmlns:p14="http://schemas.microsoft.com/office/powerpoint/2010/main" val="211669965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54" r:id="rId19"/>
    <p:sldLayoutId id="2147483660" r:id="rId20"/>
    <p:sldLayoutId id="2147483662" r:id="rId21"/>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9DDD6-2306-4FF9-BE29-F7C86162E905}"/>
              </a:ext>
            </a:extLst>
          </p:cNvPr>
          <p:cNvSpPr>
            <a:spLocks noGrp="1"/>
          </p:cNvSpPr>
          <p:nvPr>
            <p:ph type="title"/>
          </p:nvPr>
        </p:nvSpPr>
        <p:spPr>
          <a:xfrm>
            <a:off x="1207994" y="1602255"/>
            <a:ext cx="11772900" cy="1325563"/>
          </a:xfrm>
        </p:spPr>
        <p:txBody>
          <a:bodyPr>
            <a:normAutofit/>
          </a:bodyPr>
          <a:lstStyle/>
          <a:p>
            <a:pPr algn="l"/>
            <a:br>
              <a:rPr lang="en-IN" sz="2800" b="1" i="0" u="none" strike="noStrike" baseline="0" dirty="0">
                <a:solidFill>
                  <a:schemeClr val="tx2">
                    <a:lumMod val="50000"/>
                  </a:schemeClr>
                </a:solidFill>
                <a:effectLst>
                  <a:outerShdw blurRad="38100" dist="38100" dir="2700000" algn="tl">
                    <a:srgbClr val="000000">
                      <a:alpha val="43137"/>
                    </a:srgbClr>
                  </a:outerShdw>
                </a:effectLst>
                <a:latin typeface="Times New Roman" panose="02020603050405020304" pitchFamily="18" charset="0"/>
              </a:rPr>
            </a:br>
            <a:r>
              <a:rPr lang="en-US" sz="2800" b="1" i="0" u="none" strike="noStrike" baseline="0" dirty="0">
                <a:solidFill>
                  <a:schemeClr val="tx2">
                    <a:lumMod val="50000"/>
                  </a:schemeClr>
                </a:solidFill>
                <a:effectLst>
                  <a:outerShdw blurRad="38100" dist="38100" dir="2700000" algn="tl">
                    <a:srgbClr val="000000">
                      <a:alpha val="43137"/>
                    </a:srgbClr>
                  </a:outerShdw>
                </a:effectLst>
                <a:latin typeface="Times New Roman" panose="02020603050405020304" pitchFamily="18" charset="0"/>
              </a:rPr>
              <a:t> An Analysis of Career Trajectories: </a:t>
            </a:r>
            <a:br>
              <a:rPr lang="en-US" sz="2800" b="1" i="0" u="none" strike="noStrike" baseline="0" dirty="0">
                <a:solidFill>
                  <a:schemeClr val="tx2">
                    <a:lumMod val="50000"/>
                  </a:schemeClr>
                </a:solidFill>
                <a:effectLst>
                  <a:outerShdw blurRad="38100" dist="38100" dir="2700000" algn="tl">
                    <a:srgbClr val="000000">
                      <a:alpha val="43137"/>
                    </a:srgbClr>
                  </a:outerShdw>
                </a:effectLst>
                <a:latin typeface="Times New Roman" panose="02020603050405020304" pitchFamily="18" charset="0"/>
              </a:rPr>
            </a:br>
            <a:r>
              <a:rPr lang="en-US" sz="2800" b="1" i="0" u="none" strike="noStrike" baseline="0" dirty="0">
                <a:solidFill>
                  <a:schemeClr val="tx2">
                    <a:lumMod val="50000"/>
                  </a:schemeClr>
                </a:solidFill>
                <a:effectLst>
                  <a:outerShdw blurRad="38100" dist="38100" dir="2700000" algn="tl">
                    <a:srgbClr val="000000">
                      <a:alpha val="43137"/>
                    </a:srgbClr>
                  </a:outerShdw>
                </a:effectLst>
                <a:latin typeface="Times New Roman" panose="02020603050405020304" pitchFamily="18" charset="0"/>
              </a:rPr>
              <a:t>Salary &amp; Experience Across Global Industries </a:t>
            </a:r>
            <a:endParaRPr lang="en-US" sz="7200" b="1" dirty="0">
              <a:solidFill>
                <a:schemeClr val="tx2">
                  <a:lumMod val="50000"/>
                </a:schemeClr>
              </a:solidFill>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CE608094-062C-4293-B229-27222199C307}"/>
              </a:ext>
            </a:extLst>
          </p:cNvPr>
          <p:cNvSpPr>
            <a:spLocks noGrp="1"/>
          </p:cNvSpPr>
          <p:nvPr>
            <p:ph type="subTitle" idx="4294967295"/>
          </p:nvPr>
        </p:nvSpPr>
        <p:spPr>
          <a:xfrm>
            <a:off x="9672918" y="3700650"/>
            <a:ext cx="9144000" cy="1655762"/>
          </a:xfrm>
        </p:spPr>
        <p:txBody>
          <a:bodyPr/>
          <a:lstStyle/>
          <a:p>
            <a:r>
              <a:rPr lang="en-US" dirty="0">
                <a:latin typeface="Century Gothic" panose="020B0502020202020204" pitchFamily="34" charset="0"/>
              </a:rPr>
              <a:t>ALBIN K A</a:t>
            </a:r>
          </a:p>
          <a:p>
            <a:pPr marL="0" indent="0">
              <a:buNone/>
            </a:pPr>
            <a:r>
              <a:rPr lang="en-US" dirty="0">
                <a:latin typeface="Century Gothic" panose="020B0502020202020204" pitchFamily="34" charset="0"/>
              </a:rPr>
              <a:t>28/04/2025</a:t>
            </a:r>
          </a:p>
        </p:txBody>
      </p:sp>
      <p:sp>
        <p:nvSpPr>
          <p:cNvPr id="5" name="TextBox 4">
            <a:extLst>
              <a:ext uri="{FF2B5EF4-FFF2-40B4-BE49-F238E27FC236}">
                <a16:creationId xmlns:a16="http://schemas.microsoft.com/office/drawing/2014/main" id="{B8D2665F-5CA3-E847-2C56-E9C9BA33A023}"/>
              </a:ext>
            </a:extLst>
          </p:cNvPr>
          <p:cNvSpPr txBox="1"/>
          <p:nvPr/>
        </p:nvSpPr>
        <p:spPr>
          <a:xfrm>
            <a:off x="4793404" y="2863516"/>
            <a:ext cx="6532322" cy="369332"/>
          </a:xfrm>
          <a:prstGeom prst="rect">
            <a:avLst/>
          </a:prstGeom>
          <a:noFill/>
        </p:spPr>
        <p:txBody>
          <a:bodyPr wrap="square" rtlCol="0">
            <a:spAutoFit/>
          </a:bodyPr>
          <a:lstStyle/>
          <a:p>
            <a:r>
              <a:rPr lang="en-US" dirty="0">
                <a:latin typeface="Arial Narrow" panose="020B0606020202030204" pitchFamily="34" charset="0"/>
              </a:rPr>
              <a:t>Milestone Project</a:t>
            </a:r>
            <a:endParaRPr lang="en-IN" dirty="0">
              <a:latin typeface="Arial Narrow" panose="020B0606020202030204" pitchFamily="34" charset="0"/>
            </a:endParaRPr>
          </a:p>
        </p:txBody>
      </p:sp>
    </p:spTree>
    <p:extLst>
      <p:ext uri="{BB962C8B-B14F-4D97-AF65-F5344CB8AC3E}">
        <p14:creationId xmlns:p14="http://schemas.microsoft.com/office/powerpoint/2010/main" val="341175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03FEDF-DD12-4EB7-923D-77D2AEFA1F5A}"/>
              </a:ext>
            </a:extLst>
          </p:cNvPr>
          <p:cNvSpPr>
            <a:spLocks noGrp="1"/>
          </p:cNvSpPr>
          <p:nvPr>
            <p:ph type="body" sz="quarter" idx="4294967295"/>
          </p:nvPr>
        </p:nvSpPr>
        <p:spPr>
          <a:xfrm>
            <a:off x="328863" y="0"/>
            <a:ext cx="9352548" cy="1524000"/>
          </a:xfrm>
        </p:spPr>
        <p:txBody>
          <a:bodyPr>
            <a:normAutofit/>
          </a:bodyPr>
          <a:lstStyle/>
          <a:p>
            <a:r>
              <a:rPr lang="en-US" dirty="0">
                <a:latin typeface="Century Gothic" panose="020B0502020202020204" pitchFamily="34" charset="0"/>
              </a:rPr>
              <a:t>Introduction</a:t>
            </a:r>
          </a:p>
        </p:txBody>
      </p:sp>
      <p:sp>
        <p:nvSpPr>
          <p:cNvPr id="6" name="TextBox 5">
            <a:extLst>
              <a:ext uri="{FF2B5EF4-FFF2-40B4-BE49-F238E27FC236}">
                <a16:creationId xmlns:a16="http://schemas.microsoft.com/office/drawing/2014/main" id="{F8CEA40E-98AD-A038-47C3-25F554F1B90C}"/>
              </a:ext>
            </a:extLst>
          </p:cNvPr>
          <p:cNvSpPr txBox="1"/>
          <p:nvPr/>
        </p:nvSpPr>
        <p:spPr>
          <a:xfrm>
            <a:off x="569495" y="1195137"/>
            <a:ext cx="6617367" cy="1754326"/>
          </a:xfrm>
          <a:prstGeom prst="rect">
            <a:avLst/>
          </a:prstGeom>
          <a:noFill/>
        </p:spPr>
        <p:txBody>
          <a:bodyPr wrap="square" rtlCol="0">
            <a:spAutoFit/>
          </a:bodyPr>
          <a:lstStyle/>
          <a:p>
            <a:pPr algn="l"/>
            <a:r>
              <a:rPr lang="en-US" dirty="0">
                <a:latin typeface="Calibri" panose="020F0502020204030204" pitchFamily="34" charset="0"/>
                <a:ea typeface="Calibri" panose="020F0502020204030204" pitchFamily="34" charset="0"/>
                <a:cs typeface="Calibri" panose="020F0502020204030204" pitchFamily="34" charset="0"/>
              </a:rPr>
              <a:t>In a rapidly evolving global workforce, understanding career trajectories is more important than ever. This analysis offers invaluable insights into salary trends and industry dynamics, empowering professionals and organizations to navigate the complexities of career advancement and workplace equity.</a:t>
            </a:r>
          </a:p>
          <a:p>
            <a:pPr algn="l"/>
            <a:r>
              <a:rPr lang="en-US" dirty="0">
                <a:latin typeface="Calibri" panose="020F0502020204030204" pitchFamily="34" charset="0"/>
                <a:ea typeface="Calibri" panose="020F0502020204030204" pitchFamily="34" charset="0"/>
                <a:cs typeface="Calibri" panose="020F0502020204030204" pitchFamily="34" charset="0"/>
              </a:rPr>
              <a:t>The </a:t>
            </a:r>
            <a:r>
              <a:rPr lang="en-IN" sz="18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Salary Survey  </a:t>
            </a:r>
            <a:r>
              <a:rPr lang="en-US" dirty="0">
                <a:latin typeface="Calibri" panose="020F0502020204030204" pitchFamily="34" charset="0"/>
                <a:ea typeface="Calibri" panose="020F0502020204030204" pitchFamily="34" charset="0"/>
                <a:cs typeface="Calibri" panose="020F0502020204030204" pitchFamily="34" charset="0"/>
              </a:rPr>
              <a:t>data set contains several factors, such as </a:t>
            </a: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04A6A1FE-89B3-A7B0-025E-3814158210C0}"/>
              </a:ext>
            </a:extLst>
          </p:cNvPr>
          <p:cNvPicPr>
            <a:picLocks noChangeAspect="1"/>
          </p:cNvPicPr>
          <p:nvPr/>
        </p:nvPicPr>
        <p:blipFill>
          <a:blip r:embed="rId3"/>
          <a:stretch>
            <a:fillRect/>
          </a:stretch>
        </p:blipFill>
        <p:spPr>
          <a:xfrm>
            <a:off x="7418707" y="1195137"/>
            <a:ext cx="4075463" cy="4157190"/>
          </a:xfrm>
          <a:prstGeom prst="rect">
            <a:avLst/>
          </a:prstGeom>
        </p:spPr>
      </p:pic>
    </p:spTree>
    <p:extLst>
      <p:ext uri="{BB962C8B-B14F-4D97-AF65-F5344CB8AC3E}">
        <p14:creationId xmlns:p14="http://schemas.microsoft.com/office/powerpoint/2010/main" val="617608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440F8-A82E-B994-E2FA-25B2E99621A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B4CE695-E2E1-5964-F68E-E811D85C05A0}"/>
              </a:ext>
            </a:extLst>
          </p:cNvPr>
          <p:cNvSpPr>
            <a:spLocks noGrp="1"/>
          </p:cNvSpPr>
          <p:nvPr>
            <p:ph type="body" sz="quarter" idx="4294967295"/>
          </p:nvPr>
        </p:nvSpPr>
        <p:spPr>
          <a:xfrm>
            <a:off x="328863" y="0"/>
            <a:ext cx="9352548" cy="1524000"/>
          </a:xfrm>
        </p:spPr>
        <p:txBody>
          <a:bodyPr>
            <a:normAutofit/>
          </a:bodyPr>
          <a:lstStyle/>
          <a:p>
            <a:r>
              <a:rPr lang="en-US" dirty="0">
                <a:latin typeface="Century Gothic" panose="020B0502020202020204" pitchFamily="34" charset="0"/>
              </a:rPr>
              <a:t>Data cleaning</a:t>
            </a:r>
          </a:p>
        </p:txBody>
      </p:sp>
      <p:pic>
        <p:nvPicPr>
          <p:cNvPr id="4" name="Picture 3">
            <a:extLst>
              <a:ext uri="{FF2B5EF4-FFF2-40B4-BE49-F238E27FC236}">
                <a16:creationId xmlns:a16="http://schemas.microsoft.com/office/drawing/2014/main" id="{B98D8C5A-8A40-399C-3754-D3B302BBB4CB}"/>
              </a:ext>
            </a:extLst>
          </p:cNvPr>
          <p:cNvPicPr>
            <a:picLocks noChangeAspect="1"/>
          </p:cNvPicPr>
          <p:nvPr/>
        </p:nvPicPr>
        <p:blipFill>
          <a:blip r:embed="rId3"/>
          <a:stretch>
            <a:fillRect/>
          </a:stretch>
        </p:blipFill>
        <p:spPr>
          <a:xfrm>
            <a:off x="88234" y="1449109"/>
            <a:ext cx="5229724" cy="3334923"/>
          </a:xfrm>
          <a:prstGeom prst="rect">
            <a:avLst/>
          </a:prstGeom>
        </p:spPr>
      </p:pic>
      <p:pic>
        <p:nvPicPr>
          <p:cNvPr id="6" name="Picture 5">
            <a:extLst>
              <a:ext uri="{FF2B5EF4-FFF2-40B4-BE49-F238E27FC236}">
                <a16:creationId xmlns:a16="http://schemas.microsoft.com/office/drawing/2014/main" id="{C5E59D38-B325-C316-B223-8DE3DFBBC48B}"/>
              </a:ext>
            </a:extLst>
          </p:cNvPr>
          <p:cNvPicPr>
            <a:picLocks noChangeAspect="1"/>
          </p:cNvPicPr>
          <p:nvPr/>
        </p:nvPicPr>
        <p:blipFill>
          <a:blip r:embed="rId4"/>
          <a:stretch>
            <a:fillRect/>
          </a:stretch>
        </p:blipFill>
        <p:spPr>
          <a:xfrm>
            <a:off x="5646822" y="1524000"/>
            <a:ext cx="6092374" cy="2630172"/>
          </a:xfrm>
          <a:prstGeom prst="rect">
            <a:avLst/>
          </a:prstGeom>
        </p:spPr>
      </p:pic>
      <p:sp>
        <p:nvSpPr>
          <p:cNvPr id="7" name="TextBox 6">
            <a:extLst>
              <a:ext uri="{FF2B5EF4-FFF2-40B4-BE49-F238E27FC236}">
                <a16:creationId xmlns:a16="http://schemas.microsoft.com/office/drawing/2014/main" id="{9C220B13-A3E1-D94C-201D-87143A4E8873}"/>
              </a:ext>
            </a:extLst>
          </p:cNvPr>
          <p:cNvSpPr txBox="1"/>
          <p:nvPr/>
        </p:nvSpPr>
        <p:spPr>
          <a:xfrm>
            <a:off x="2029326" y="4981074"/>
            <a:ext cx="1628274" cy="369332"/>
          </a:xfrm>
          <a:prstGeom prst="rect">
            <a:avLst/>
          </a:prstGeom>
          <a:noFill/>
        </p:spPr>
        <p:txBody>
          <a:bodyPr wrap="square" rtlCol="0">
            <a:spAutoFit/>
          </a:bodyPr>
          <a:lstStyle/>
          <a:p>
            <a:r>
              <a:rPr lang="en-US" dirty="0"/>
              <a:t>Before</a:t>
            </a:r>
            <a:endParaRPr lang="en-IN" dirty="0"/>
          </a:p>
        </p:txBody>
      </p:sp>
      <p:sp>
        <p:nvSpPr>
          <p:cNvPr id="8" name="TextBox 7">
            <a:extLst>
              <a:ext uri="{FF2B5EF4-FFF2-40B4-BE49-F238E27FC236}">
                <a16:creationId xmlns:a16="http://schemas.microsoft.com/office/drawing/2014/main" id="{51F29203-A2E6-4AFD-21CB-A091FB61AF81}"/>
              </a:ext>
            </a:extLst>
          </p:cNvPr>
          <p:cNvSpPr txBox="1"/>
          <p:nvPr/>
        </p:nvSpPr>
        <p:spPr>
          <a:xfrm>
            <a:off x="8454189" y="4355431"/>
            <a:ext cx="1628274" cy="369332"/>
          </a:xfrm>
          <a:prstGeom prst="rect">
            <a:avLst/>
          </a:prstGeom>
          <a:noFill/>
        </p:spPr>
        <p:txBody>
          <a:bodyPr wrap="square" rtlCol="0">
            <a:spAutoFit/>
          </a:bodyPr>
          <a:lstStyle/>
          <a:p>
            <a:r>
              <a:rPr lang="en-US" dirty="0"/>
              <a:t>After cleaning</a:t>
            </a:r>
            <a:endParaRPr lang="en-IN" dirty="0"/>
          </a:p>
        </p:txBody>
      </p:sp>
    </p:spTree>
    <p:extLst>
      <p:ext uri="{BB962C8B-B14F-4D97-AF65-F5344CB8AC3E}">
        <p14:creationId xmlns:p14="http://schemas.microsoft.com/office/powerpoint/2010/main" val="2627982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76C74-BF88-FB1C-B0E2-916B06554A4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A504CE5-6347-67CE-7D82-AC6E43257AF8}"/>
              </a:ext>
            </a:extLst>
          </p:cNvPr>
          <p:cNvSpPr>
            <a:spLocks noGrp="1"/>
          </p:cNvSpPr>
          <p:nvPr>
            <p:ph type="body" sz="quarter" idx="4294967295"/>
          </p:nvPr>
        </p:nvSpPr>
        <p:spPr>
          <a:xfrm>
            <a:off x="328863" y="0"/>
            <a:ext cx="9352548" cy="1524000"/>
          </a:xfrm>
        </p:spPr>
        <p:txBody>
          <a:bodyPr>
            <a:normAutofit/>
          </a:bodyPr>
          <a:lstStyle/>
          <a:p>
            <a:r>
              <a:rPr lang="en-US" dirty="0" err="1">
                <a:latin typeface="Century Gothic" panose="020B0502020202020204" pitchFamily="34" charset="0"/>
              </a:rPr>
              <a:t>Sql</a:t>
            </a:r>
            <a:r>
              <a:rPr lang="en-US" dirty="0">
                <a:latin typeface="Century Gothic" panose="020B0502020202020204" pitchFamily="34" charset="0"/>
              </a:rPr>
              <a:t> query &amp; output</a:t>
            </a:r>
          </a:p>
        </p:txBody>
      </p:sp>
      <p:pic>
        <p:nvPicPr>
          <p:cNvPr id="4" name="Picture 3">
            <a:extLst>
              <a:ext uri="{FF2B5EF4-FFF2-40B4-BE49-F238E27FC236}">
                <a16:creationId xmlns:a16="http://schemas.microsoft.com/office/drawing/2014/main" id="{BC4DE2E2-1FE0-7A24-1FAD-87562B279BB2}"/>
              </a:ext>
            </a:extLst>
          </p:cNvPr>
          <p:cNvPicPr>
            <a:picLocks noChangeAspect="1"/>
          </p:cNvPicPr>
          <p:nvPr/>
        </p:nvPicPr>
        <p:blipFill>
          <a:blip r:embed="rId3"/>
          <a:stretch>
            <a:fillRect/>
          </a:stretch>
        </p:blipFill>
        <p:spPr>
          <a:xfrm>
            <a:off x="181747" y="1014663"/>
            <a:ext cx="3692421" cy="3145964"/>
          </a:xfrm>
          <a:prstGeom prst="rect">
            <a:avLst/>
          </a:prstGeom>
          <a:ln>
            <a:solidFill>
              <a:schemeClr val="tx1"/>
            </a:solidFill>
          </a:ln>
        </p:spPr>
      </p:pic>
      <p:pic>
        <p:nvPicPr>
          <p:cNvPr id="6" name="Picture 5">
            <a:extLst>
              <a:ext uri="{FF2B5EF4-FFF2-40B4-BE49-F238E27FC236}">
                <a16:creationId xmlns:a16="http://schemas.microsoft.com/office/drawing/2014/main" id="{724A5498-E894-CB07-1D77-117547D56D31}"/>
              </a:ext>
            </a:extLst>
          </p:cNvPr>
          <p:cNvPicPr>
            <a:picLocks noChangeAspect="1"/>
          </p:cNvPicPr>
          <p:nvPr/>
        </p:nvPicPr>
        <p:blipFill>
          <a:blip r:embed="rId4"/>
          <a:stretch>
            <a:fillRect/>
          </a:stretch>
        </p:blipFill>
        <p:spPr>
          <a:xfrm>
            <a:off x="3974854" y="56413"/>
            <a:ext cx="4242291" cy="3021025"/>
          </a:xfrm>
          <a:prstGeom prst="rect">
            <a:avLst/>
          </a:prstGeom>
          <a:ln>
            <a:solidFill>
              <a:schemeClr val="tx1"/>
            </a:solidFill>
          </a:ln>
        </p:spPr>
      </p:pic>
      <p:pic>
        <p:nvPicPr>
          <p:cNvPr id="8" name="Picture 7">
            <a:extLst>
              <a:ext uri="{FF2B5EF4-FFF2-40B4-BE49-F238E27FC236}">
                <a16:creationId xmlns:a16="http://schemas.microsoft.com/office/drawing/2014/main" id="{3CE6676A-C3B1-1A9D-129E-20B9E96F1DD3}"/>
              </a:ext>
            </a:extLst>
          </p:cNvPr>
          <p:cNvPicPr>
            <a:picLocks noChangeAspect="1"/>
          </p:cNvPicPr>
          <p:nvPr/>
        </p:nvPicPr>
        <p:blipFill>
          <a:blip r:embed="rId5"/>
          <a:stretch>
            <a:fillRect/>
          </a:stretch>
        </p:blipFill>
        <p:spPr>
          <a:xfrm>
            <a:off x="8262077" y="2253171"/>
            <a:ext cx="3318748" cy="3257291"/>
          </a:xfrm>
          <a:prstGeom prst="rect">
            <a:avLst/>
          </a:prstGeom>
          <a:ln>
            <a:solidFill>
              <a:schemeClr val="tx1"/>
            </a:solidFill>
          </a:ln>
        </p:spPr>
      </p:pic>
    </p:spTree>
    <p:extLst>
      <p:ext uri="{BB962C8B-B14F-4D97-AF65-F5344CB8AC3E}">
        <p14:creationId xmlns:p14="http://schemas.microsoft.com/office/powerpoint/2010/main" val="2584836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E3DE8-FAEA-0D21-981F-C32A5DCF3F4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31A3E5F-BB91-5A34-FAA5-2DB46B05C4BC}"/>
              </a:ext>
            </a:extLst>
          </p:cNvPr>
          <p:cNvPicPr>
            <a:picLocks noChangeAspect="1"/>
          </p:cNvPicPr>
          <p:nvPr/>
        </p:nvPicPr>
        <p:blipFill>
          <a:blip r:embed="rId3"/>
          <a:stretch>
            <a:fillRect/>
          </a:stretch>
        </p:blipFill>
        <p:spPr>
          <a:xfrm>
            <a:off x="162985" y="509336"/>
            <a:ext cx="3998495" cy="3998495"/>
          </a:xfrm>
          <a:prstGeom prst="rect">
            <a:avLst/>
          </a:prstGeom>
          <a:ln>
            <a:solidFill>
              <a:schemeClr val="tx1"/>
            </a:solidFill>
          </a:ln>
        </p:spPr>
      </p:pic>
      <p:pic>
        <p:nvPicPr>
          <p:cNvPr id="6" name="Picture 5">
            <a:extLst>
              <a:ext uri="{FF2B5EF4-FFF2-40B4-BE49-F238E27FC236}">
                <a16:creationId xmlns:a16="http://schemas.microsoft.com/office/drawing/2014/main" id="{E6FA76E3-540C-8D92-30FC-6B8D68F781BB}"/>
              </a:ext>
            </a:extLst>
          </p:cNvPr>
          <p:cNvPicPr>
            <a:picLocks noChangeAspect="1"/>
          </p:cNvPicPr>
          <p:nvPr/>
        </p:nvPicPr>
        <p:blipFill>
          <a:blip r:embed="rId4"/>
          <a:stretch>
            <a:fillRect/>
          </a:stretch>
        </p:blipFill>
        <p:spPr>
          <a:xfrm>
            <a:off x="5595972" y="177679"/>
            <a:ext cx="4502534" cy="5268615"/>
          </a:xfrm>
          <a:prstGeom prst="rect">
            <a:avLst/>
          </a:prstGeom>
          <a:ln>
            <a:solidFill>
              <a:schemeClr val="tx1"/>
            </a:solidFill>
          </a:ln>
        </p:spPr>
      </p:pic>
    </p:spTree>
    <p:extLst>
      <p:ext uri="{BB962C8B-B14F-4D97-AF65-F5344CB8AC3E}">
        <p14:creationId xmlns:p14="http://schemas.microsoft.com/office/powerpoint/2010/main" val="2947309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35392-C268-66BD-5B92-31D128C0E56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6138986-9668-7B15-FC6E-DF6DE1105830}"/>
              </a:ext>
            </a:extLst>
          </p:cNvPr>
          <p:cNvPicPr>
            <a:picLocks noChangeAspect="1"/>
          </p:cNvPicPr>
          <p:nvPr/>
        </p:nvPicPr>
        <p:blipFill>
          <a:blip r:embed="rId3"/>
          <a:stretch>
            <a:fillRect/>
          </a:stretch>
        </p:blipFill>
        <p:spPr>
          <a:xfrm>
            <a:off x="114710" y="322945"/>
            <a:ext cx="5263536" cy="4224991"/>
          </a:xfrm>
          <a:prstGeom prst="rect">
            <a:avLst/>
          </a:prstGeom>
          <a:ln>
            <a:solidFill>
              <a:schemeClr val="tx1"/>
            </a:solidFill>
          </a:ln>
        </p:spPr>
      </p:pic>
      <p:pic>
        <p:nvPicPr>
          <p:cNvPr id="8" name="Picture 7">
            <a:extLst>
              <a:ext uri="{FF2B5EF4-FFF2-40B4-BE49-F238E27FC236}">
                <a16:creationId xmlns:a16="http://schemas.microsoft.com/office/drawing/2014/main" id="{0C017F4F-5119-F76B-3FBF-4CBA8FC28AE5}"/>
              </a:ext>
            </a:extLst>
          </p:cNvPr>
          <p:cNvPicPr>
            <a:picLocks noChangeAspect="1"/>
          </p:cNvPicPr>
          <p:nvPr/>
        </p:nvPicPr>
        <p:blipFill>
          <a:blip r:embed="rId4"/>
          <a:stretch>
            <a:fillRect/>
          </a:stretch>
        </p:blipFill>
        <p:spPr>
          <a:xfrm>
            <a:off x="6254265" y="193174"/>
            <a:ext cx="4309462" cy="4658493"/>
          </a:xfrm>
          <a:prstGeom prst="rect">
            <a:avLst/>
          </a:prstGeom>
        </p:spPr>
      </p:pic>
    </p:spTree>
    <p:extLst>
      <p:ext uri="{BB962C8B-B14F-4D97-AF65-F5344CB8AC3E}">
        <p14:creationId xmlns:p14="http://schemas.microsoft.com/office/powerpoint/2010/main" val="464456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CEAB7-E98A-7306-4576-A95909F336A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315BE6-0F82-ABD6-407D-B81EFD26635B}"/>
              </a:ext>
            </a:extLst>
          </p:cNvPr>
          <p:cNvPicPr>
            <a:picLocks noChangeAspect="1"/>
          </p:cNvPicPr>
          <p:nvPr/>
        </p:nvPicPr>
        <p:blipFill>
          <a:blip r:embed="rId3"/>
          <a:stretch>
            <a:fillRect/>
          </a:stretch>
        </p:blipFill>
        <p:spPr>
          <a:xfrm>
            <a:off x="1263981" y="665747"/>
            <a:ext cx="7671472" cy="3912865"/>
          </a:xfrm>
          <a:prstGeom prst="rect">
            <a:avLst/>
          </a:prstGeom>
          <a:ln>
            <a:solidFill>
              <a:schemeClr val="tx1"/>
            </a:solidFill>
          </a:ln>
        </p:spPr>
      </p:pic>
    </p:spTree>
    <p:extLst>
      <p:ext uri="{BB962C8B-B14F-4D97-AF65-F5344CB8AC3E}">
        <p14:creationId xmlns:p14="http://schemas.microsoft.com/office/powerpoint/2010/main" val="1848032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1E35A-B124-7663-BA14-0972F5125E9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1275F9B-5697-9814-D682-BD0CA814A66F}"/>
              </a:ext>
            </a:extLst>
          </p:cNvPr>
          <p:cNvPicPr>
            <a:picLocks noChangeAspect="1"/>
          </p:cNvPicPr>
          <p:nvPr/>
        </p:nvPicPr>
        <p:blipFill>
          <a:blip r:embed="rId3"/>
          <a:stretch>
            <a:fillRect/>
          </a:stretch>
        </p:blipFill>
        <p:spPr>
          <a:xfrm>
            <a:off x="146117" y="585537"/>
            <a:ext cx="5983430" cy="4395536"/>
          </a:xfrm>
          <a:prstGeom prst="rect">
            <a:avLst/>
          </a:prstGeom>
          <a:ln>
            <a:solidFill>
              <a:schemeClr val="tx1"/>
            </a:solidFill>
          </a:ln>
        </p:spPr>
      </p:pic>
      <p:pic>
        <p:nvPicPr>
          <p:cNvPr id="3" name="Picture 2">
            <a:extLst>
              <a:ext uri="{FF2B5EF4-FFF2-40B4-BE49-F238E27FC236}">
                <a16:creationId xmlns:a16="http://schemas.microsoft.com/office/drawing/2014/main" id="{B1436682-3248-745E-845E-B0D1BD5F3808}"/>
              </a:ext>
            </a:extLst>
          </p:cNvPr>
          <p:cNvPicPr>
            <a:picLocks noChangeAspect="1"/>
          </p:cNvPicPr>
          <p:nvPr/>
        </p:nvPicPr>
        <p:blipFill>
          <a:blip r:embed="rId4"/>
          <a:stretch>
            <a:fillRect/>
          </a:stretch>
        </p:blipFill>
        <p:spPr>
          <a:xfrm>
            <a:off x="6219084" y="995950"/>
            <a:ext cx="5354798" cy="3574709"/>
          </a:xfrm>
          <a:prstGeom prst="rect">
            <a:avLst/>
          </a:prstGeom>
          <a:ln>
            <a:solidFill>
              <a:schemeClr val="tx1"/>
            </a:solidFill>
          </a:ln>
        </p:spPr>
      </p:pic>
    </p:spTree>
    <p:extLst>
      <p:ext uri="{BB962C8B-B14F-4D97-AF65-F5344CB8AC3E}">
        <p14:creationId xmlns:p14="http://schemas.microsoft.com/office/powerpoint/2010/main" val="1152000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76457-7F72-FD99-5526-8101AEFB92B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C51493A-4D5F-2167-8854-81A9E73030C1}"/>
              </a:ext>
            </a:extLst>
          </p:cNvPr>
          <p:cNvSpPr>
            <a:spLocks noGrp="1"/>
          </p:cNvSpPr>
          <p:nvPr>
            <p:ph type="body" sz="quarter" idx="4294967295"/>
          </p:nvPr>
        </p:nvSpPr>
        <p:spPr>
          <a:xfrm>
            <a:off x="328863" y="0"/>
            <a:ext cx="9352548" cy="1524000"/>
          </a:xfrm>
        </p:spPr>
        <p:txBody>
          <a:bodyPr>
            <a:normAutofit/>
          </a:bodyPr>
          <a:lstStyle/>
          <a:p>
            <a:r>
              <a:rPr lang="en-US" dirty="0">
                <a:latin typeface="Century Gothic" panose="020B0502020202020204" pitchFamily="34" charset="0"/>
              </a:rPr>
              <a:t>DASHBOARD</a:t>
            </a:r>
          </a:p>
        </p:txBody>
      </p:sp>
      <p:pic>
        <p:nvPicPr>
          <p:cNvPr id="4" name="Picture 3">
            <a:extLst>
              <a:ext uri="{FF2B5EF4-FFF2-40B4-BE49-F238E27FC236}">
                <a16:creationId xmlns:a16="http://schemas.microsoft.com/office/drawing/2014/main" id="{ED106919-21E6-1362-6D05-1F228B1BB64E}"/>
              </a:ext>
            </a:extLst>
          </p:cNvPr>
          <p:cNvPicPr>
            <a:picLocks noChangeAspect="1"/>
          </p:cNvPicPr>
          <p:nvPr/>
        </p:nvPicPr>
        <p:blipFill>
          <a:blip r:embed="rId3"/>
          <a:stretch>
            <a:fillRect/>
          </a:stretch>
        </p:blipFill>
        <p:spPr>
          <a:xfrm>
            <a:off x="753979" y="1070407"/>
            <a:ext cx="10533535" cy="3950771"/>
          </a:xfrm>
          <a:prstGeom prst="rect">
            <a:avLst/>
          </a:prstGeom>
        </p:spPr>
      </p:pic>
    </p:spTree>
    <p:extLst>
      <p:ext uri="{BB962C8B-B14F-4D97-AF65-F5344CB8AC3E}">
        <p14:creationId xmlns:p14="http://schemas.microsoft.com/office/powerpoint/2010/main" val="3415801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C4A1E-AA0E-D44F-F9F4-CA9095F7B38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B6DA867-22A0-9BAD-5793-664852B3054C}"/>
              </a:ext>
            </a:extLst>
          </p:cNvPr>
          <p:cNvSpPr>
            <a:spLocks noGrp="1"/>
          </p:cNvSpPr>
          <p:nvPr>
            <p:ph type="body" sz="quarter" idx="4294967295"/>
          </p:nvPr>
        </p:nvSpPr>
        <p:spPr>
          <a:xfrm>
            <a:off x="328863" y="0"/>
            <a:ext cx="9352548" cy="1524000"/>
          </a:xfrm>
        </p:spPr>
        <p:txBody>
          <a:bodyPr>
            <a:normAutofit/>
          </a:bodyPr>
          <a:lstStyle/>
          <a:p>
            <a:r>
              <a:rPr lang="en-US" dirty="0">
                <a:latin typeface="Century Gothic" panose="020B0502020202020204" pitchFamily="34" charset="0"/>
              </a:rPr>
              <a:t>INSIGHTS</a:t>
            </a:r>
          </a:p>
        </p:txBody>
      </p:sp>
      <p:sp>
        <p:nvSpPr>
          <p:cNvPr id="2" name="TextBox 1">
            <a:extLst>
              <a:ext uri="{FF2B5EF4-FFF2-40B4-BE49-F238E27FC236}">
                <a16:creationId xmlns:a16="http://schemas.microsoft.com/office/drawing/2014/main" id="{CC9855F4-4DE9-38B1-C0C3-AF39DAA62D4C}"/>
              </a:ext>
            </a:extLst>
          </p:cNvPr>
          <p:cNvSpPr txBox="1"/>
          <p:nvPr/>
        </p:nvSpPr>
        <p:spPr>
          <a:xfrm>
            <a:off x="1147011" y="1227221"/>
            <a:ext cx="9432757" cy="2031325"/>
          </a:xfrm>
          <a:prstGeom prst="rect">
            <a:avLst/>
          </a:prstGeom>
          <a:noFill/>
        </p:spPr>
        <p:txBody>
          <a:bodyPr wrap="square" rtlCol="0">
            <a:spAutoFit/>
          </a:bodyPr>
          <a:lstStyle/>
          <a:p>
            <a:pPr marL="342900" indent="-342900">
              <a:buFont typeface="+mj-lt"/>
              <a:buAutoNum type="arabicPeriod"/>
            </a:pPr>
            <a:r>
              <a:rPr lang="en-US" dirty="0">
                <a:latin typeface="Arial Rounded MT Bold" panose="020F0704030504030204" pitchFamily="34" charset="0"/>
              </a:rPr>
              <a:t>Education Impact: Higher education levels are strongly correlated with better salary prospects, as observed in the salary distribution analysis by educational attainment.</a:t>
            </a:r>
          </a:p>
          <a:p>
            <a:endParaRPr lang="en-US" dirty="0">
              <a:latin typeface="Arial Rounded MT Bold" panose="020F0704030504030204" pitchFamily="34" charset="0"/>
            </a:endParaRPr>
          </a:p>
          <a:p>
            <a:endParaRPr lang="en-US" dirty="0">
              <a:latin typeface="Arial Rounded MT Bold" panose="020F0704030504030204" pitchFamily="34" charset="0"/>
            </a:endParaRPr>
          </a:p>
          <a:p>
            <a:r>
              <a:rPr lang="en-US" dirty="0">
                <a:latin typeface="Arial Rounded MT Bold" panose="020F0704030504030204" pitchFamily="34" charset="0"/>
              </a:rPr>
              <a:t>2. Job titles such as ‘Regional Operations &amp; Training Manager’ demonstrate significantly higher total compensation, making them standout roles in the dataset</a:t>
            </a:r>
            <a:endParaRPr lang="en-IN" dirty="0">
              <a:latin typeface="Arial Rounded MT Bold" panose="020F0704030504030204" pitchFamily="34" charset="0"/>
            </a:endParaRPr>
          </a:p>
        </p:txBody>
      </p:sp>
    </p:spTree>
    <p:extLst>
      <p:ext uri="{BB962C8B-B14F-4D97-AF65-F5344CB8AC3E}">
        <p14:creationId xmlns:p14="http://schemas.microsoft.com/office/powerpoint/2010/main" val="165723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Decorative Dots">
            <a:extLst>
              <a:ext uri="{FF2B5EF4-FFF2-40B4-BE49-F238E27FC236}">
                <a16:creationId xmlns:a16="http://schemas.microsoft.com/office/drawing/2014/main" id="{9758200D-E992-42AF-A5B6-574899EDD05A}"/>
              </a:ext>
              <a:ext uri="{C183D7F6-B498-43B3-948B-1728B52AA6E4}">
                <adec:decorative xmlns:adec="http://schemas.microsoft.com/office/drawing/2017/decorative" val="1"/>
              </a:ext>
            </a:extLst>
          </p:cNvPr>
          <p:cNvGrpSpPr/>
          <p:nvPr/>
        </p:nvGrpSpPr>
        <p:grpSpPr>
          <a:xfrm>
            <a:off x="7185741" y="1257196"/>
            <a:ext cx="220585" cy="3816099"/>
            <a:chOff x="7185741" y="1257196"/>
            <a:chExt cx="220585" cy="3816099"/>
          </a:xfrm>
        </p:grpSpPr>
        <p:sp>
          <p:nvSpPr>
            <p:cNvPr id="11" name="Shape 25">
              <a:extLst>
                <a:ext uri="{FF2B5EF4-FFF2-40B4-BE49-F238E27FC236}">
                  <a16:creationId xmlns:a16="http://schemas.microsoft.com/office/drawing/2014/main" id="{FAF6566C-3983-4940-B3F6-20BE7DEF4435}"/>
                </a:ext>
                <a:ext uri="{C183D7F6-B498-43B3-948B-1728B52AA6E4}">
                  <adec:decorative xmlns:adec="http://schemas.microsoft.com/office/drawing/2017/decorative" val="1"/>
                </a:ext>
              </a:extLst>
            </p:cNvPr>
            <p:cNvSpPr/>
            <p:nvPr/>
          </p:nvSpPr>
          <p:spPr>
            <a:xfrm>
              <a:off x="7195311" y="1257196"/>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2" name="Shape 25">
              <a:extLst>
                <a:ext uri="{FF2B5EF4-FFF2-40B4-BE49-F238E27FC236}">
                  <a16:creationId xmlns:a16="http://schemas.microsoft.com/office/drawing/2014/main" id="{F605C3D5-2CD5-460B-93DD-EAF688D09EAE}"/>
                </a:ext>
                <a:ext uri="{C183D7F6-B498-43B3-948B-1728B52AA6E4}">
                  <adec:decorative xmlns:adec="http://schemas.microsoft.com/office/drawing/2017/decorative" val="1"/>
                </a:ext>
              </a:extLst>
            </p:cNvPr>
            <p:cNvSpPr/>
            <p:nvPr/>
          </p:nvSpPr>
          <p:spPr>
            <a:xfrm>
              <a:off x="7185741" y="4862280"/>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grpSp>
      <p:sp>
        <p:nvSpPr>
          <p:cNvPr id="5" name="Content Placeholder 4">
            <a:extLst>
              <a:ext uri="{FF2B5EF4-FFF2-40B4-BE49-F238E27FC236}">
                <a16:creationId xmlns:a16="http://schemas.microsoft.com/office/drawing/2014/main" id="{2AADCB1B-7CA2-EC96-0219-EAE9E3E7006D}"/>
              </a:ext>
            </a:extLst>
          </p:cNvPr>
          <p:cNvSpPr>
            <a:spLocks noGrp="1"/>
          </p:cNvSpPr>
          <p:nvPr>
            <p:ph idx="1"/>
          </p:nvPr>
        </p:nvSpPr>
        <p:spPr/>
        <p:txBody>
          <a:bodyPr>
            <a:normAutofit/>
          </a:bodyPr>
          <a:lstStyle/>
          <a:p>
            <a:r>
              <a:rPr lang="en-US" sz="3600" dirty="0"/>
              <a:t>Thank You</a:t>
            </a:r>
            <a:endParaRPr lang="en-IN" sz="3600" dirty="0"/>
          </a:p>
        </p:txBody>
      </p:sp>
    </p:spTree>
    <p:extLst>
      <p:ext uri="{BB962C8B-B14F-4D97-AF65-F5344CB8AC3E}">
        <p14:creationId xmlns:p14="http://schemas.microsoft.com/office/powerpoint/2010/main" val="37912974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ECDD7CBD-FAD5-47AA-B069-6A4EE2B21684}">
  <ds:schemaRefs>
    <ds:schemaRef ds:uri="http://schemas.microsoft.com/sharepoint/v3/contenttype/forms"/>
  </ds:schemaRefs>
</ds:datastoreItem>
</file>

<file path=customXml/itemProps2.xml><?xml version="1.0" encoding="utf-8"?>
<ds:datastoreItem xmlns:ds="http://schemas.openxmlformats.org/officeDocument/2006/customXml" ds:itemID="{949A5054-78BA-4BD2-95A8-8EB0FFA733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FA33C1-A868-424C-ABAD-C314C7ACA9F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TM04033927[[fn=Main Event]]</Template>
  <TotalTime>51</TotalTime>
  <Words>151</Words>
  <Application>Microsoft Office PowerPoint</Application>
  <PresentationFormat>Widescreen</PresentationFormat>
  <Paragraphs>29</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Arial Narrow</vt:lpstr>
      <vt:lpstr>Arial Rounded MT Bold</vt:lpstr>
      <vt:lpstr>Calibri</vt:lpstr>
      <vt:lpstr>Century Gothic</vt:lpstr>
      <vt:lpstr>Impact</vt:lpstr>
      <vt:lpstr>Times New Roman</vt:lpstr>
      <vt:lpstr>Main Event</vt:lpstr>
      <vt:lpstr>  An Analysis of Career Trajectories:  Salary &amp; Experience Across Global Industries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Albin K A</dc:creator>
  <cp:lastModifiedBy>Albin K A</cp:lastModifiedBy>
  <cp:revision>3</cp:revision>
  <dcterms:created xsi:type="dcterms:W3CDTF">2025-04-29T08:46:34Z</dcterms:created>
  <dcterms:modified xsi:type="dcterms:W3CDTF">2025-04-29T09:38:02Z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